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0"/>
  </p:handoutMasterIdLst>
  <p:sldIdLst>
    <p:sldId id="265" r:id="rId2"/>
    <p:sldId id="263" r:id="rId3"/>
    <p:sldId id="264" r:id="rId4"/>
    <p:sldId id="280" r:id="rId5"/>
    <p:sldId id="266" r:id="rId6"/>
    <p:sldId id="268" r:id="rId7"/>
    <p:sldId id="259" r:id="rId8"/>
    <p:sldId id="261" r:id="rId9"/>
    <p:sldId id="260" r:id="rId10"/>
    <p:sldId id="269" r:id="rId11"/>
    <p:sldId id="262" r:id="rId12"/>
    <p:sldId id="273" r:id="rId13"/>
    <p:sldId id="274" r:id="rId14"/>
    <p:sldId id="275" r:id="rId15"/>
    <p:sldId id="276" r:id="rId16"/>
    <p:sldId id="277" r:id="rId17"/>
    <p:sldId id="278" r:id="rId18"/>
    <p:sldId id="279"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4293"/>
    <a:srgbClr val="0985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E22D9D5-FB75-516A-7656-BE065A398D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DEEB0CDD-7C16-5CCD-E0A1-1AD40E105A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C15AA-1F64-4C98-8E89-179664DE5CF8}" type="datetimeFigureOut">
              <a:rPr lang="es-CO" smtClean="0"/>
              <a:t>22/07/2024</a:t>
            </a:fld>
            <a:endParaRPr lang="es-CO"/>
          </a:p>
        </p:txBody>
      </p:sp>
      <p:sp>
        <p:nvSpPr>
          <p:cNvPr id="4" name="Marcador de pie de página 3">
            <a:extLst>
              <a:ext uri="{FF2B5EF4-FFF2-40B4-BE49-F238E27FC236}">
                <a16:creationId xmlns:a16="http://schemas.microsoft.com/office/drawing/2014/main" id="{1D88BA3D-95CD-3257-BA7D-5556608C61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647B120D-8517-2D48-DEAD-450303220D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DFEC50-884E-4518-BE0F-DEC060858CCA}" type="slidenum">
              <a:rPr lang="es-CO" smtClean="0"/>
              <a:t>‹Nº›</a:t>
            </a:fld>
            <a:endParaRPr lang="es-CO"/>
          </a:p>
        </p:txBody>
      </p:sp>
    </p:spTree>
    <p:extLst>
      <p:ext uri="{BB962C8B-B14F-4D97-AF65-F5344CB8AC3E}">
        <p14:creationId xmlns:p14="http://schemas.microsoft.com/office/powerpoint/2010/main" val="4883546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2.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emf"/><Relationship Id="rId1" Type="http://schemas.openxmlformats.org/officeDocument/2006/relationships/slideMaster" Target="../slideMasters/slideMaster1.xml"/><Relationship Id="rId5" Type="http://schemas.openxmlformats.org/officeDocument/2006/relationships/image" Target="../media/image10.emf"/><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0.emf"/><Relationship Id="rId5" Type="http://schemas.openxmlformats.org/officeDocument/2006/relationships/image" Target="../media/image15.emf"/><Relationship Id="rId4" Type="http://schemas.openxmlformats.org/officeDocument/2006/relationships/image" Target="../media/image10.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Master" Target="../slideMasters/slideMaster1.xml"/><Relationship Id="rId5" Type="http://schemas.openxmlformats.org/officeDocument/2006/relationships/image" Target="../media/image24.png"/><Relationship Id="rId4" Type="http://schemas.openxmlformats.org/officeDocument/2006/relationships/image" Target="../media/image23.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3.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3.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9.emf"/><Relationship Id="rId1" Type="http://schemas.openxmlformats.org/officeDocument/2006/relationships/slideMaster" Target="../slideMasters/slideMaster1.xml"/><Relationship Id="rId4" Type="http://schemas.openxmlformats.org/officeDocument/2006/relationships/image" Target="../media/image25.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Master" Target="../slideMasters/slideMaster1.xml"/><Relationship Id="rId4" Type="http://schemas.openxmlformats.org/officeDocument/2006/relationships/image" Target="../media/image28.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media/image16.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ción 1  diapositiva de título">
    <p:bg>
      <p:bgPr>
        <a:solidFill>
          <a:srgbClr val="2C4293"/>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0198A6-75A3-5154-1160-F8CFC5B9E4F2}"/>
              </a:ext>
            </a:extLst>
          </p:cNvPr>
          <p:cNvSpPr>
            <a:spLocks noGrp="1"/>
          </p:cNvSpPr>
          <p:nvPr>
            <p:ph type="title"/>
          </p:nvPr>
        </p:nvSpPr>
        <p:spPr>
          <a:xfrm>
            <a:off x="230498" y="1857595"/>
            <a:ext cx="5056205" cy="1325563"/>
          </a:xfrm>
        </p:spPr>
        <p:txBody>
          <a:bodyPr/>
          <a:lstStyle>
            <a:lvl1pPr>
              <a:defRPr sz="6000">
                <a:solidFill>
                  <a:srgbClr val="00B0F0"/>
                </a:solidFill>
              </a:defRPr>
            </a:lvl1pPr>
          </a:lstStyle>
          <a:p>
            <a:r>
              <a:rPr lang="es-ES" dirty="0"/>
              <a:t>Haga clic para modificar el estilo de título del patrón</a:t>
            </a:r>
            <a:endParaRPr lang="es-CO" dirty="0"/>
          </a:p>
        </p:txBody>
      </p:sp>
      <p:sp>
        <p:nvSpPr>
          <p:cNvPr id="3" name="Marcador de fecha 2">
            <a:extLst>
              <a:ext uri="{FF2B5EF4-FFF2-40B4-BE49-F238E27FC236}">
                <a16:creationId xmlns:a16="http://schemas.microsoft.com/office/drawing/2014/main" id="{0B256F26-EE4B-5A70-C8C4-4B5DBF5E9A7E}"/>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A02CAAF3-E48D-7E1A-473E-EB41139F68A3}"/>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BA84AB4-E7D1-94EE-149A-D47A89C84203}"/>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6" name="Imagen 5">
            <a:extLst>
              <a:ext uri="{FF2B5EF4-FFF2-40B4-BE49-F238E27FC236}">
                <a16:creationId xmlns:a16="http://schemas.microsoft.com/office/drawing/2014/main" id="{60A76FA4-64A3-CD80-46BC-3C72CF91E3D8}"/>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814324" y="4667682"/>
            <a:ext cx="3764329" cy="1061086"/>
          </a:xfrm>
          <a:prstGeom prst="rect">
            <a:avLst/>
          </a:prstGeom>
        </p:spPr>
      </p:pic>
      <p:pic>
        <p:nvPicPr>
          <p:cNvPr id="7" name="Imagen 6">
            <a:extLst>
              <a:ext uri="{FF2B5EF4-FFF2-40B4-BE49-F238E27FC236}">
                <a16:creationId xmlns:a16="http://schemas.microsoft.com/office/drawing/2014/main" id="{6D3DB135-96D0-A714-2565-5081CE6F3FFF}"/>
              </a:ext>
            </a:extLst>
          </p:cNvPr>
          <p:cNvPicPr/>
          <p:nvPr userDrawn="1"/>
        </p:nvPicPr>
        <p:blipFill rotWithShape="1">
          <a:blip r:embed="rId3" cstate="screen">
            <a:extLst>
              <a:ext uri="{28A0092B-C50C-407E-A947-70E740481C1C}">
                <a14:useLocalDpi xmlns:a14="http://schemas.microsoft.com/office/drawing/2010/main"/>
              </a:ext>
            </a:extLst>
          </a:blip>
          <a:srcRect/>
          <a:stretch/>
        </p:blipFill>
        <p:spPr>
          <a:xfrm>
            <a:off x="5576536" y="1114932"/>
            <a:ext cx="6615464" cy="4136452"/>
          </a:xfrm>
          <a:prstGeom prst="rect">
            <a:avLst/>
          </a:prstGeom>
        </p:spPr>
      </p:pic>
    </p:spTree>
    <p:extLst>
      <p:ext uri="{BB962C8B-B14F-4D97-AF65-F5344CB8AC3E}">
        <p14:creationId xmlns:p14="http://schemas.microsoft.com/office/powerpoint/2010/main" val="4216112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ción 3 de portada">
    <p:bg>
      <p:bgPr>
        <a:solidFill>
          <a:srgbClr val="2C4293"/>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0198A6-75A3-5154-1160-F8CFC5B9E4F2}"/>
              </a:ext>
            </a:extLst>
          </p:cNvPr>
          <p:cNvSpPr>
            <a:spLocks noGrp="1"/>
          </p:cNvSpPr>
          <p:nvPr>
            <p:ph type="title"/>
          </p:nvPr>
        </p:nvSpPr>
        <p:spPr>
          <a:xfrm>
            <a:off x="230498" y="1857595"/>
            <a:ext cx="5056205" cy="1325563"/>
          </a:xfrm>
        </p:spPr>
        <p:txBody>
          <a:bodyPr/>
          <a:lstStyle>
            <a:lvl1pPr>
              <a:defRPr sz="6000">
                <a:solidFill>
                  <a:srgbClr val="00B0F0"/>
                </a:solidFill>
              </a:defRPr>
            </a:lvl1pPr>
          </a:lstStyle>
          <a:p>
            <a:r>
              <a:rPr lang="es-ES" dirty="0"/>
              <a:t>Haga clic para modificar el estilo de título del patrón</a:t>
            </a:r>
            <a:endParaRPr lang="es-CO" dirty="0"/>
          </a:p>
        </p:txBody>
      </p:sp>
      <p:sp>
        <p:nvSpPr>
          <p:cNvPr id="3" name="Marcador de fecha 2">
            <a:extLst>
              <a:ext uri="{FF2B5EF4-FFF2-40B4-BE49-F238E27FC236}">
                <a16:creationId xmlns:a16="http://schemas.microsoft.com/office/drawing/2014/main" id="{0B256F26-EE4B-5A70-C8C4-4B5DBF5E9A7E}"/>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A02CAAF3-E48D-7E1A-473E-EB41139F68A3}"/>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BA84AB4-E7D1-94EE-149A-D47A89C84203}"/>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6" name="Imagen 5">
            <a:extLst>
              <a:ext uri="{FF2B5EF4-FFF2-40B4-BE49-F238E27FC236}">
                <a16:creationId xmlns:a16="http://schemas.microsoft.com/office/drawing/2014/main" id="{60A76FA4-64A3-CD80-46BC-3C72CF91E3D8}"/>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814324" y="4667682"/>
            <a:ext cx="3764329" cy="1061086"/>
          </a:xfrm>
          <a:prstGeom prst="rect">
            <a:avLst/>
          </a:prstGeom>
        </p:spPr>
      </p:pic>
    </p:spTree>
    <p:extLst>
      <p:ext uri="{BB962C8B-B14F-4D97-AF65-F5344CB8AC3E}">
        <p14:creationId xmlns:p14="http://schemas.microsoft.com/office/powerpoint/2010/main" val="297131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pción de portada 6">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40BB3591-26AF-2180-EAC4-BA9990380E81}"/>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37548340-053C-396E-13C5-88EBEA84175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7D4455F-627D-3FD1-EC85-3FC1CC241635}"/>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7" name="Imagen 6">
            <a:extLst>
              <a:ext uri="{FF2B5EF4-FFF2-40B4-BE49-F238E27FC236}">
                <a16:creationId xmlns:a16="http://schemas.microsoft.com/office/drawing/2014/main" id="{63C5070C-07AF-5829-568E-F1B6D8CF67AE}"/>
              </a:ext>
            </a:extLst>
          </p:cNvPr>
          <p:cNvPicPr/>
          <p:nvPr userDrawn="1"/>
        </p:nvPicPr>
        <p:blipFill rotWithShape="1">
          <a:blip r:embed="rId2" cstate="screen">
            <a:extLst>
              <a:ext uri="{28A0092B-C50C-407E-A947-70E740481C1C}">
                <a14:useLocalDpi xmlns:a14="http://schemas.microsoft.com/office/drawing/2010/main"/>
              </a:ext>
            </a:extLst>
          </a:blip>
          <a:srcRect/>
          <a:stretch/>
        </p:blipFill>
        <p:spPr>
          <a:xfrm>
            <a:off x="4861833" y="1028342"/>
            <a:ext cx="7330167" cy="4781895"/>
          </a:xfrm>
          <a:prstGeom prst="rect">
            <a:avLst/>
          </a:prstGeom>
        </p:spPr>
      </p:pic>
      <p:pic>
        <p:nvPicPr>
          <p:cNvPr id="8" name="Imagen 7">
            <a:extLst>
              <a:ext uri="{FF2B5EF4-FFF2-40B4-BE49-F238E27FC236}">
                <a16:creationId xmlns:a16="http://schemas.microsoft.com/office/drawing/2014/main" id="{FC110F8F-129B-DFC5-8D41-5DABF4177375}"/>
              </a:ext>
            </a:extLst>
          </p:cNvPr>
          <p:cNvPicPr/>
          <p:nvPr userDrawn="1"/>
        </p:nvPicPr>
        <p:blipFill rotWithShape="1">
          <a:blip r:embed="rId3" cstate="screen">
            <a:extLst>
              <a:ext uri="{28A0092B-C50C-407E-A947-70E740481C1C}">
                <a14:useLocalDpi xmlns:a14="http://schemas.microsoft.com/office/drawing/2010/main"/>
              </a:ext>
            </a:extLst>
          </a:blip>
          <a:srcRect/>
          <a:stretch/>
        </p:blipFill>
        <p:spPr>
          <a:xfrm>
            <a:off x="814324" y="4761866"/>
            <a:ext cx="2440940" cy="1048371"/>
          </a:xfrm>
          <a:prstGeom prst="rect">
            <a:avLst/>
          </a:prstGeom>
        </p:spPr>
      </p:pic>
      <p:sp>
        <p:nvSpPr>
          <p:cNvPr id="9" name="Título 8">
            <a:extLst>
              <a:ext uri="{FF2B5EF4-FFF2-40B4-BE49-F238E27FC236}">
                <a16:creationId xmlns:a16="http://schemas.microsoft.com/office/drawing/2014/main" id="{2C2BD9D5-357B-CD43-3997-4BAA0520E519}"/>
              </a:ext>
            </a:extLst>
          </p:cNvPr>
          <p:cNvSpPr>
            <a:spLocks noGrp="1"/>
          </p:cNvSpPr>
          <p:nvPr>
            <p:ph type="title"/>
          </p:nvPr>
        </p:nvSpPr>
        <p:spPr>
          <a:xfrm>
            <a:off x="239111" y="1994229"/>
            <a:ext cx="4259318" cy="1325563"/>
          </a:xfrm>
        </p:spPr>
        <p:txBody>
          <a:bodyPr/>
          <a:lstStyle>
            <a:lvl1pPr>
              <a:defRPr>
                <a:solidFill>
                  <a:srgbClr val="00B0F0"/>
                </a:solidFill>
              </a:defRPr>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4223789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ción de portada 7">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770302D-CC06-AB06-A7A2-7B50CE331EFA}"/>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70B1D98C-78E7-D029-8895-302CCB99C72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3081F70-6FAF-584E-5618-83B1DB1E54CB}"/>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7" name="Imagen 6">
            <a:extLst>
              <a:ext uri="{FF2B5EF4-FFF2-40B4-BE49-F238E27FC236}">
                <a16:creationId xmlns:a16="http://schemas.microsoft.com/office/drawing/2014/main" id="{0B20C289-C874-D516-3DBE-C8B71A07414B}"/>
              </a:ext>
            </a:extLst>
          </p:cNvPr>
          <p:cNvPicPr/>
          <p:nvPr userDrawn="1"/>
        </p:nvPicPr>
        <p:blipFill rotWithShape="1">
          <a:blip r:embed="rId2" cstate="screen">
            <a:extLst>
              <a:ext uri="{28A0092B-C50C-407E-A947-70E740481C1C}">
                <a14:useLocalDpi xmlns:a14="http://schemas.microsoft.com/office/drawing/2010/main"/>
              </a:ext>
            </a:extLst>
          </a:blip>
          <a:srcRect/>
          <a:stretch/>
        </p:blipFill>
        <p:spPr>
          <a:xfrm>
            <a:off x="326486" y="5060032"/>
            <a:ext cx="2440940" cy="1043189"/>
          </a:xfrm>
          <a:prstGeom prst="rect">
            <a:avLst/>
          </a:prstGeom>
        </p:spPr>
      </p:pic>
      <p:pic>
        <p:nvPicPr>
          <p:cNvPr id="8" name="Imagen 7" descr="Vista de una ciudad junto al mar&#10;&#10;Descripción generada automáticamente">
            <a:extLst>
              <a:ext uri="{FF2B5EF4-FFF2-40B4-BE49-F238E27FC236}">
                <a16:creationId xmlns:a16="http://schemas.microsoft.com/office/drawing/2014/main" id="{B8A498A0-4CC7-22CB-4CBE-2D73811A7E83}"/>
              </a:ext>
            </a:extLst>
          </p:cNvPr>
          <p:cNvPicPr/>
          <p:nvPr userDrawn="1"/>
        </p:nvPicPr>
        <p:blipFill>
          <a:blip r:embed="rId3"/>
          <a:stretch>
            <a:fillRect/>
          </a:stretch>
        </p:blipFill>
        <p:spPr>
          <a:xfrm>
            <a:off x="3328492" y="838522"/>
            <a:ext cx="8537022" cy="3968381"/>
          </a:xfrm>
          <a:prstGeom prst="rect">
            <a:avLst/>
          </a:prstGeom>
        </p:spPr>
      </p:pic>
      <p:sp>
        <p:nvSpPr>
          <p:cNvPr id="10" name="Título 9">
            <a:extLst>
              <a:ext uri="{FF2B5EF4-FFF2-40B4-BE49-F238E27FC236}">
                <a16:creationId xmlns:a16="http://schemas.microsoft.com/office/drawing/2014/main" id="{2CE96DF5-D962-1EE3-EB93-EB605D173B12}"/>
              </a:ext>
            </a:extLst>
          </p:cNvPr>
          <p:cNvSpPr>
            <a:spLocks noGrp="1"/>
          </p:cNvSpPr>
          <p:nvPr>
            <p:ph type="title"/>
          </p:nvPr>
        </p:nvSpPr>
        <p:spPr>
          <a:xfrm>
            <a:off x="326486" y="2039639"/>
            <a:ext cx="3173459" cy="1325563"/>
          </a:xfrm>
        </p:spPr>
        <p:txBody>
          <a:bodyPr/>
          <a:lstStyle>
            <a:lvl1pPr>
              <a:defRPr>
                <a:solidFill>
                  <a:srgbClr val="00B0F0"/>
                </a:solidFill>
              </a:defRPr>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67984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BAC78D22-E9C4-AD76-1792-CF4168F055E0}"/>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B5571804-24FE-4814-A88F-44A888665FB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2B51E24F-4CFB-10E3-D026-E0DBAFD7ED1B}"/>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6" name="Imagen 5">
            <a:extLst>
              <a:ext uri="{FF2B5EF4-FFF2-40B4-BE49-F238E27FC236}">
                <a16:creationId xmlns:a16="http://schemas.microsoft.com/office/drawing/2014/main" id="{34AB1A12-9B1A-6D88-A653-A829D051E17F}"/>
              </a:ext>
            </a:extLst>
          </p:cNvPr>
          <p:cNvPicPr/>
          <p:nvPr userDrawn="1"/>
        </p:nvPicPr>
        <p:blipFill rotWithShape="1">
          <a:blip r:embed="rId2" cstate="screen">
            <a:extLst>
              <a:ext uri="{28A0092B-C50C-407E-A947-70E740481C1C}">
                <a14:useLocalDpi xmlns:a14="http://schemas.microsoft.com/office/drawing/2010/main"/>
              </a:ext>
            </a:extLst>
          </a:blip>
          <a:srcRect t="26124"/>
          <a:stretch/>
        </p:blipFill>
        <p:spPr>
          <a:xfrm>
            <a:off x="10903877" y="0"/>
            <a:ext cx="1288123" cy="1862636"/>
          </a:xfrm>
          <a:prstGeom prst="rect">
            <a:avLst/>
          </a:prstGeom>
        </p:spPr>
      </p:pic>
      <p:pic>
        <p:nvPicPr>
          <p:cNvPr id="7" name="Imagen 6">
            <a:extLst>
              <a:ext uri="{FF2B5EF4-FFF2-40B4-BE49-F238E27FC236}">
                <a16:creationId xmlns:a16="http://schemas.microsoft.com/office/drawing/2014/main" id="{F4C42290-C2B4-6D9F-317A-65560433ADA3}"/>
              </a:ext>
            </a:extLst>
          </p:cNvPr>
          <p:cNvPicPr/>
          <p:nvPr userDrawn="1"/>
        </p:nvPicPr>
        <p:blipFill rotWithShape="1">
          <a:blip r:embed="rId3" cstate="screen">
            <a:extLst>
              <a:ext uri="{28A0092B-C50C-407E-A947-70E740481C1C}">
                <a14:useLocalDpi xmlns:a14="http://schemas.microsoft.com/office/drawing/2010/main"/>
              </a:ext>
            </a:extLst>
          </a:blip>
          <a:srcRect t="24483"/>
          <a:stretch/>
        </p:blipFill>
        <p:spPr>
          <a:xfrm>
            <a:off x="855232" y="0"/>
            <a:ext cx="2419273" cy="1287294"/>
          </a:xfrm>
          <a:prstGeom prst="rect">
            <a:avLst/>
          </a:prstGeom>
        </p:spPr>
      </p:pic>
      <p:pic>
        <p:nvPicPr>
          <p:cNvPr id="8" name="Imagen 7">
            <a:extLst>
              <a:ext uri="{FF2B5EF4-FFF2-40B4-BE49-F238E27FC236}">
                <a16:creationId xmlns:a16="http://schemas.microsoft.com/office/drawing/2014/main" id="{8A32BB19-AD0F-CA08-55EE-886687514D92}"/>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7460930" y="4822194"/>
            <a:ext cx="1713550" cy="812751"/>
          </a:xfrm>
          <a:prstGeom prst="rect">
            <a:avLst/>
          </a:prstGeom>
        </p:spPr>
      </p:pic>
      <p:pic>
        <p:nvPicPr>
          <p:cNvPr id="9" name="Imagen 8">
            <a:extLst>
              <a:ext uri="{FF2B5EF4-FFF2-40B4-BE49-F238E27FC236}">
                <a16:creationId xmlns:a16="http://schemas.microsoft.com/office/drawing/2014/main" id="{65B19133-F54B-DDD6-371D-6FE96FA91144}"/>
              </a:ext>
            </a:extLst>
          </p:cNvPr>
          <p:cNvPicPr/>
          <p:nvPr userDrawn="1"/>
        </p:nvPicPr>
        <p:blipFill>
          <a:blip r:embed="rId5"/>
          <a:stretch>
            <a:fillRect/>
          </a:stretch>
        </p:blipFill>
        <p:spPr>
          <a:xfrm>
            <a:off x="5559396" y="358737"/>
            <a:ext cx="774700" cy="838200"/>
          </a:xfrm>
          <a:prstGeom prst="rect">
            <a:avLst/>
          </a:prstGeom>
        </p:spPr>
      </p:pic>
      <p:pic>
        <p:nvPicPr>
          <p:cNvPr id="10" name="Imagen 9">
            <a:extLst>
              <a:ext uri="{FF2B5EF4-FFF2-40B4-BE49-F238E27FC236}">
                <a16:creationId xmlns:a16="http://schemas.microsoft.com/office/drawing/2014/main" id="{4F1AACCA-C6EB-09BD-1775-7C24334CEBE8}"/>
              </a:ext>
            </a:extLst>
          </p:cNvPr>
          <p:cNvPicPr/>
          <p:nvPr userDrawn="1"/>
        </p:nvPicPr>
        <p:blipFill>
          <a:blip r:embed="rId6" cstate="screen">
            <a:extLst>
              <a:ext uri="{28A0092B-C50C-407E-A947-70E740481C1C}">
                <a14:useLocalDpi xmlns:a14="http://schemas.microsoft.com/office/drawing/2010/main"/>
              </a:ext>
            </a:extLst>
          </a:blip>
          <a:stretch>
            <a:fillRect/>
          </a:stretch>
        </p:blipFill>
        <p:spPr>
          <a:xfrm rot="10800000">
            <a:off x="0" y="4933143"/>
            <a:ext cx="1377696" cy="1930106"/>
          </a:xfrm>
          <a:prstGeom prst="rect">
            <a:avLst/>
          </a:prstGeom>
        </p:spPr>
      </p:pic>
      <p:pic>
        <p:nvPicPr>
          <p:cNvPr id="11" name="Imagen 10">
            <a:extLst>
              <a:ext uri="{FF2B5EF4-FFF2-40B4-BE49-F238E27FC236}">
                <a16:creationId xmlns:a16="http://schemas.microsoft.com/office/drawing/2014/main" id="{3717EFE5-B838-2724-2704-230A2A8F2D16}"/>
              </a:ext>
            </a:extLst>
          </p:cNvPr>
          <p:cNvPicPr/>
          <p:nvPr userDrawn="1"/>
        </p:nvPicPr>
        <p:blipFill>
          <a:blip r:embed="rId7" cstate="screen">
            <a:extLst>
              <a:ext uri="{28A0092B-C50C-407E-A947-70E740481C1C}">
                <a14:useLocalDpi xmlns:a14="http://schemas.microsoft.com/office/drawing/2010/main"/>
              </a:ext>
            </a:extLst>
          </a:blip>
          <a:stretch>
            <a:fillRect/>
          </a:stretch>
        </p:blipFill>
        <p:spPr>
          <a:xfrm>
            <a:off x="9962441" y="5541009"/>
            <a:ext cx="1680919" cy="812752"/>
          </a:xfrm>
          <a:prstGeom prst="rect">
            <a:avLst/>
          </a:prstGeom>
        </p:spPr>
      </p:pic>
    </p:spTree>
    <p:extLst>
      <p:ext uri="{BB962C8B-B14F-4D97-AF65-F5344CB8AC3E}">
        <p14:creationId xmlns:p14="http://schemas.microsoft.com/office/powerpoint/2010/main" val="350728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BE97D61F-ED4F-5402-DBBA-E31723A642BE}"/>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AF615568-3ABF-4384-8834-D92EAE275EFC}"/>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3E89A8E-A3BF-87C1-F257-82A0A4D1C0FF}"/>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ángulo 5">
            <a:extLst>
              <a:ext uri="{FF2B5EF4-FFF2-40B4-BE49-F238E27FC236}">
                <a16:creationId xmlns:a16="http://schemas.microsoft.com/office/drawing/2014/main" id="{127590FE-5AF5-ED59-B6B5-8FD3091B5352}"/>
              </a:ext>
            </a:extLst>
          </p:cNvPr>
          <p:cNvSpPr/>
          <p:nvPr userDrawn="1"/>
        </p:nvSpPr>
        <p:spPr>
          <a:xfrm>
            <a:off x="6096000" y="0"/>
            <a:ext cx="6096000" cy="6858000"/>
          </a:xfrm>
          <a:prstGeom prst="rect">
            <a:avLst/>
          </a:prstGeom>
          <a:solidFill>
            <a:srgbClr val="2C4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535382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ción 2 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29D5C-0F3A-FA90-8315-210C89B616E3}"/>
              </a:ext>
            </a:extLst>
          </p:cNvPr>
          <p:cNvSpPr>
            <a:spLocks noGrp="1"/>
          </p:cNvSpPr>
          <p:nvPr>
            <p:ph type="ctrTitle"/>
          </p:nvPr>
        </p:nvSpPr>
        <p:spPr>
          <a:xfrm>
            <a:off x="814323" y="1731100"/>
            <a:ext cx="4992414" cy="2387600"/>
          </a:xfrm>
        </p:spPr>
        <p:txBody>
          <a:bodyPr anchor="b">
            <a:noAutofit/>
          </a:bodyPr>
          <a:lstStyle>
            <a:lvl1pPr marL="0" algn="l" defTabSz="914400" rtl="0" eaLnBrk="1" latinLnBrk="0" hangingPunct="1">
              <a:lnSpc>
                <a:spcPts val="6000"/>
              </a:lnSpc>
              <a:defRPr lang="es-CO" sz="6000" kern="1200" dirty="0">
                <a:solidFill>
                  <a:srgbClr val="2C4293"/>
                </a:solidFill>
                <a:latin typeface="Impact" panose="020B0806030902050204" pitchFamily="34" charset="0"/>
                <a:ea typeface="+mn-ea"/>
                <a:cs typeface="+mn-cs"/>
              </a:defRPr>
            </a:lvl1pPr>
          </a:lstStyle>
          <a:p>
            <a:r>
              <a:rPr lang="es-ES" dirty="0"/>
              <a:t>Haga clic para modificar el estilo de título del patrón</a:t>
            </a:r>
            <a:endParaRPr lang="es-CO" dirty="0"/>
          </a:p>
        </p:txBody>
      </p:sp>
      <p:sp>
        <p:nvSpPr>
          <p:cNvPr id="4" name="Marcador de fecha 3">
            <a:extLst>
              <a:ext uri="{FF2B5EF4-FFF2-40B4-BE49-F238E27FC236}">
                <a16:creationId xmlns:a16="http://schemas.microsoft.com/office/drawing/2014/main" id="{A047EB43-C679-5FE2-9C8C-E3C11ECB05F1}"/>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5" name="Marcador de pie de página 4">
            <a:extLst>
              <a:ext uri="{FF2B5EF4-FFF2-40B4-BE49-F238E27FC236}">
                <a16:creationId xmlns:a16="http://schemas.microsoft.com/office/drawing/2014/main" id="{60B829C1-FA94-3ED1-73C8-793FF6BDC1D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C2B0A7-3798-6DEF-F059-772124FA6D88}"/>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7" name="Imagen 6">
            <a:extLst>
              <a:ext uri="{FF2B5EF4-FFF2-40B4-BE49-F238E27FC236}">
                <a16:creationId xmlns:a16="http://schemas.microsoft.com/office/drawing/2014/main" id="{F5F2AB9A-A82C-183E-64F0-FCE20825EC7B}"/>
              </a:ext>
            </a:extLst>
          </p:cNvPr>
          <p:cNvPicPr/>
          <p:nvPr userDrawn="1"/>
        </p:nvPicPr>
        <p:blipFill>
          <a:blip r:embed="rId2" cstate="screen">
            <a:extLst>
              <a:ext uri="{28A0092B-C50C-407E-A947-70E740481C1C}">
                <a14:useLocalDpi xmlns:a14="http://schemas.microsoft.com/office/drawing/2010/main"/>
              </a:ext>
            </a:extLst>
          </a:blip>
          <a:srcRect/>
          <a:stretch/>
        </p:blipFill>
        <p:spPr>
          <a:xfrm>
            <a:off x="814323" y="4645152"/>
            <a:ext cx="4203029" cy="1184746"/>
          </a:xfrm>
          <a:prstGeom prst="rect">
            <a:avLst/>
          </a:prstGeom>
        </p:spPr>
      </p:pic>
      <p:pic>
        <p:nvPicPr>
          <p:cNvPr id="8" name="Imagen 7">
            <a:extLst>
              <a:ext uri="{FF2B5EF4-FFF2-40B4-BE49-F238E27FC236}">
                <a16:creationId xmlns:a16="http://schemas.microsoft.com/office/drawing/2014/main" id="{9F4457D7-041D-6543-DB0A-5628B8CF5F9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814304" y="0"/>
            <a:ext cx="1377696" cy="1930106"/>
          </a:xfrm>
          <a:prstGeom prst="rect">
            <a:avLst/>
          </a:prstGeom>
        </p:spPr>
      </p:pic>
      <p:pic>
        <p:nvPicPr>
          <p:cNvPr id="9" name="Imagen 8">
            <a:extLst>
              <a:ext uri="{FF2B5EF4-FFF2-40B4-BE49-F238E27FC236}">
                <a16:creationId xmlns:a16="http://schemas.microsoft.com/office/drawing/2014/main" id="{C3B48D9E-45F2-2EAD-2C82-021F68FDDE32}"/>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5333299" y="4931223"/>
            <a:ext cx="3031462" cy="1920595"/>
          </a:xfrm>
          <a:prstGeom prst="rect">
            <a:avLst/>
          </a:prstGeom>
        </p:spPr>
      </p:pic>
      <p:pic>
        <p:nvPicPr>
          <p:cNvPr id="10" name="Imagen 9">
            <a:extLst>
              <a:ext uri="{FF2B5EF4-FFF2-40B4-BE49-F238E27FC236}">
                <a16:creationId xmlns:a16="http://schemas.microsoft.com/office/drawing/2014/main" id="{130BA96E-0911-CA36-7858-1E4B2AF7FF6F}"/>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7327196" y="0"/>
            <a:ext cx="833330" cy="1203795"/>
          </a:xfrm>
          <a:prstGeom prst="rect">
            <a:avLst/>
          </a:prstGeom>
        </p:spPr>
      </p:pic>
      <p:pic>
        <p:nvPicPr>
          <p:cNvPr id="11" name="Imagen 10">
            <a:extLst>
              <a:ext uri="{FF2B5EF4-FFF2-40B4-BE49-F238E27FC236}">
                <a16:creationId xmlns:a16="http://schemas.microsoft.com/office/drawing/2014/main" id="{DB97B7DF-24B7-1CED-EF07-DDE79D3AE096}"/>
              </a:ext>
            </a:extLst>
          </p:cNvPr>
          <p:cNvPicPr/>
          <p:nvPr userDrawn="1"/>
        </p:nvPicPr>
        <p:blipFill rotWithShape="1">
          <a:blip r:embed="rId6" cstate="screen">
            <a:extLst>
              <a:ext uri="{28A0092B-C50C-407E-A947-70E740481C1C}">
                <a14:useLocalDpi xmlns:a14="http://schemas.microsoft.com/office/drawing/2010/main"/>
              </a:ext>
            </a:extLst>
          </a:blip>
          <a:srcRect l="51634" t="68786"/>
          <a:stretch/>
        </p:blipFill>
        <p:spPr>
          <a:xfrm>
            <a:off x="3514443" y="288930"/>
            <a:ext cx="2700723" cy="1352245"/>
          </a:xfrm>
          <a:prstGeom prst="rect">
            <a:avLst/>
          </a:prstGeom>
        </p:spPr>
      </p:pic>
    </p:spTree>
    <p:extLst>
      <p:ext uri="{BB962C8B-B14F-4D97-AF65-F5344CB8AC3E}">
        <p14:creationId xmlns:p14="http://schemas.microsoft.com/office/powerpoint/2010/main" val="2649224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771AF99-C766-E8B7-F2E2-A69E99C64335}"/>
              </a:ext>
            </a:extLst>
          </p:cNvPr>
          <p:cNvPicPr/>
          <p:nvPr userDrawn="1"/>
        </p:nvPicPr>
        <p:blipFill>
          <a:blip r:embed="rId2"/>
          <a:stretch>
            <a:fillRect/>
          </a:stretch>
        </p:blipFill>
        <p:spPr>
          <a:xfrm>
            <a:off x="-1" y="0"/>
            <a:ext cx="12166601" cy="6858000"/>
          </a:xfrm>
          <a:prstGeom prst="rect">
            <a:avLst/>
          </a:prstGeom>
        </p:spPr>
      </p:pic>
      <p:sp>
        <p:nvSpPr>
          <p:cNvPr id="2" name="Marcador de fecha 1">
            <a:extLst>
              <a:ext uri="{FF2B5EF4-FFF2-40B4-BE49-F238E27FC236}">
                <a16:creationId xmlns:a16="http://schemas.microsoft.com/office/drawing/2014/main" id="{C332863A-40D2-FA06-F617-87AAF509F4D7}"/>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3" name="Marcador de pie de página 2">
            <a:extLst>
              <a:ext uri="{FF2B5EF4-FFF2-40B4-BE49-F238E27FC236}">
                <a16:creationId xmlns:a16="http://schemas.microsoft.com/office/drawing/2014/main" id="{A5F431CD-27DC-5FC4-67CE-67DE8B89CA2C}"/>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C4C025A7-120C-3E08-8654-63104DDFA461}"/>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11" name="Título 10">
            <a:extLst>
              <a:ext uri="{FF2B5EF4-FFF2-40B4-BE49-F238E27FC236}">
                <a16:creationId xmlns:a16="http://schemas.microsoft.com/office/drawing/2014/main" id="{1F49C176-3BAD-A332-C233-8BB04C31A2E8}"/>
              </a:ext>
            </a:extLst>
          </p:cNvPr>
          <p:cNvSpPr>
            <a:spLocks noGrp="1"/>
          </p:cNvSpPr>
          <p:nvPr>
            <p:ph type="title"/>
          </p:nvPr>
        </p:nvSpPr>
        <p:spPr>
          <a:xfrm>
            <a:off x="1216572" y="1852612"/>
            <a:ext cx="10515600" cy="1325563"/>
          </a:xfrm>
        </p:spPr>
        <p:txBody>
          <a:bodyPr/>
          <a:lstStyle>
            <a:lvl1pPr algn="ctr">
              <a:defRPr sz="6000"/>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4078413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63F38C49-0DFB-4A85-B4B7-C66CDDAE6FC7}"/>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5" name="Marcador de pie de página 4">
            <a:extLst>
              <a:ext uri="{FF2B5EF4-FFF2-40B4-BE49-F238E27FC236}">
                <a16:creationId xmlns:a16="http://schemas.microsoft.com/office/drawing/2014/main" id="{87BEA21C-5308-8F15-AA73-0E5FFDFA96D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28AB04F-1C44-4BCD-F4E9-DC8E0ADC3146}"/>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8" name="Marcador de fecha 3">
            <a:extLst>
              <a:ext uri="{FF2B5EF4-FFF2-40B4-BE49-F238E27FC236}">
                <a16:creationId xmlns:a16="http://schemas.microsoft.com/office/drawing/2014/main" id="{72F16830-6D77-33DD-0075-4873A83DEAD9}"/>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s-CO"/>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B95D06-EC48-4533-817B-453AF6AA5013}" type="datetimeFigureOut">
              <a:rPr lang="es-CO" smtClean="0"/>
              <a:pPr/>
              <a:t>22/07/2024</a:t>
            </a:fld>
            <a:endParaRPr lang="es-CO"/>
          </a:p>
        </p:txBody>
      </p:sp>
      <p:sp>
        <p:nvSpPr>
          <p:cNvPr id="9" name="Marcador de número de diapositiva 5">
            <a:extLst>
              <a:ext uri="{FF2B5EF4-FFF2-40B4-BE49-F238E27FC236}">
                <a16:creationId xmlns:a16="http://schemas.microsoft.com/office/drawing/2014/main" id="{3FB5122C-1A1B-DE49-20DB-BE1A173669A0}"/>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s-C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5BAFFB-BFEA-47DB-960B-4CD1F881D8A0}" type="slidenum">
              <a:rPr lang="es-CO" smtClean="0"/>
              <a:pPr/>
              <a:t>‹Nº›</a:t>
            </a:fld>
            <a:endParaRPr lang="es-CO"/>
          </a:p>
        </p:txBody>
      </p:sp>
      <p:pic>
        <p:nvPicPr>
          <p:cNvPr id="10" name="Imagen 9">
            <a:extLst>
              <a:ext uri="{FF2B5EF4-FFF2-40B4-BE49-F238E27FC236}">
                <a16:creationId xmlns:a16="http://schemas.microsoft.com/office/drawing/2014/main" id="{69735719-6F06-9BFB-AFEF-83803F2006DF}"/>
              </a:ext>
            </a:extLst>
          </p:cNvPr>
          <p:cNvPicPr/>
          <p:nvPr userDrawn="1"/>
        </p:nvPicPr>
        <p:blipFill>
          <a:blip r:embed="rId2" cstate="screen">
            <a:extLst>
              <a:ext uri="{28A0092B-C50C-407E-A947-70E740481C1C}">
                <a14:useLocalDpi xmlns:a14="http://schemas.microsoft.com/office/drawing/2010/main"/>
              </a:ext>
            </a:extLst>
          </a:blip>
          <a:srcRect/>
          <a:stretch/>
        </p:blipFill>
        <p:spPr>
          <a:xfrm>
            <a:off x="814323" y="4645152"/>
            <a:ext cx="4203029" cy="1184746"/>
          </a:xfrm>
          <a:prstGeom prst="rect">
            <a:avLst/>
          </a:prstGeom>
        </p:spPr>
      </p:pic>
      <p:pic>
        <p:nvPicPr>
          <p:cNvPr id="11" name="Imagen 10">
            <a:extLst>
              <a:ext uri="{FF2B5EF4-FFF2-40B4-BE49-F238E27FC236}">
                <a16:creationId xmlns:a16="http://schemas.microsoft.com/office/drawing/2014/main" id="{8ED85C8C-6CDA-6C0B-AF20-B34694B3A1D5}"/>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814304" y="0"/>
            <a:ext cx="1377696" cy="1930106"/>
          </a:xfrm>
          <a:prstGeom prst="rect">
            <a:avLst/>
          </a:prstGeom>
        </p:spPr>
      </p:pic>
      <p:pic>
        <p:nvPicPr>
          <p:cNvPr id="12" name="Imagen 11">
            <a:extLst>
              <a:ext uri="{FF2B5EF4-FFF2-40B4-BE49-F238E27FC236}">
                <a16:creationId xmlns:a16="http://schemas.microsoft.com/office/drawing/2014/main" id="{0A3B0644-61BF-EA3E-4033-D57D27B384D4}"/>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5333299" y="4931223"/>
            <a:ext cx="3031462" cy="1920595"/>
          </a:xfrm>
          <a:prstGeom prst="rect">
            <a:avLst/>
          </a:prstGeom>
        </p:spPr>
      </p:pic>
      <p:pic>
        <p:nvPicPr>
          <p:cNvPr id="13" name="Imagen 12">
            <a:extLst>
              <a:ext uri="{FF2B5EF4-FFF2-40B4-BE49-F238E27FC236}">
                <a16:creationId xmlns:a16="http://schemas.microsoft.com/office/drawing/2014/main" id="{3092FE22-396C-BC1A-07D8-EE86F2C7AC5A}"/>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7327196" y="0"/>
            <a:ext cx="833330" cy="1203795"/>
          </a:xfrm>
          <a:prstGeom prst="rect">
            <a:avLst/>
          </a:prstGeom>
        </p:spPr>
      </p:pic>
      <p:pic>
        <p:nvPicPr>
          <p:cNvPr id="14" name="Imagen 13">
            <a:extLst>
              <a:ext uri="{FF2B5EF4-FFF2-40B4-BE49-F238E27FC236}">
                <a16:creationId xmlns:a16="http://schemas.microsoft.com/office/drawing/2014/main" id="{66E76BA4-62AF-55F6-0977-88C2412C2064}"/>
              </a:ext>
            </a:extLst>
          </p:cNvPr>
          <p:cNvPicPr/>
          <p:nvPr userDrawn="1"/>
        </p:nvPicPr>
        <p:blipFill rotWithShape="1">
          <a:blip r:embed="rId6" cstate="screen">
            <a:extLst>
              <a:ext uri="{28A0092B-C50C-407E-A947-70E740481C1C}">
                <a14:useLocalDpi xmlns:a14="http://schemas.microsoft.com/office/drawing/2010/main"/>
              </a:ext>
            </a:extLst>
          </a:blip>
          <a:srcRect l="51634" t="68786"/>
          <a:stretch/>
        </p:blipFill>
        <p:spPr>
          <a:xfrm>
            <a:off x="3514443" y="288930"/>
            <a:ext cx="2700723" cy="1352245"/>
          </a:xfrm>
          <a:prstGeom prst="rect">
            <a:avLst/>
          </a:prstGeom>
        </p:spPr>
      </p:pic>
      <p:sp>
        <p:nvSpPr>
          <p:cNvPr id="15" name="Título 14">
            <a:extLst>
              <a:ext uri="{FF2B5EF4-FFF2-40B4-BE49-F238E27FC236}">
                <a16:creationId xmlns:a16="http://schemas.microsoft.com/office/drawing/2014/main" id="{C144A2E3-E26D-5E7D-763F-9C0B451BAE27}"/>
              </a:ext>
            </a:extLst>
          </p:cNvPr>
          <p:cNvSpPr>
            <a:spLocks noGrp="1"/>
          </p:cNvSpPr>
          <p:nvPr>
            <p:ph type="title"/>
          </p:nvPr>
        </p:nvSpPr>
        <p:spPr>
          <a:xfrm>
            <a:off x="987552" y="2607025"/>
            <a:ext cx="10515600" cy="1325563"/>
          </a:xfrm>
        </p:spPr>
        <p:txBody>
          <a:bodyPr/>
          <a:lstStyle>
            <a:lvl1pPr algn="ctr">
              <a:defRPr/>
            </a:lvl1pPr>
          </a:lstStyle>
          <a:p>
            <a:r>
              <a:rPr lang="es-ES"/>
              <a:t>Haga clic para modificar el estilo de título del patrón</a:t>
            </a:r>
            <a:endParaRPr lang="es-CO"/>
          </a:p>
        </p:txBody>
      </p:sp>
    </p:spTree>
    <p:extLst>
      <p:ext uri="{BB962C8B-B14F-4D97-AF65-F5344CB8AC3E}">
        <p14:creationId xmlns:p14="http://schemas.microsoft.com/office/powerpoint/2010/main" val="83240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olo el título">
    <p:bg>
      <p:bgPr>
        <a:solidFill>
          <a:srgbClr val="2C4293"/>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4690C58D-5D1F-B8DA-FB76-2198557CC233}"/>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200F8E5F-093C-C720-A7CC-62A32F8245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12CC20F-C2CF-B823-C7B0-598155E710E7}"/>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Título 5">
            <a:extLst>
              <a:ext uri="{FF2B5EF4-FFF2-40B4-BE49-F238E27FC236}">
                <a16:creationId xmlns:a16="http://schemas.microsoft.com/office/drawing/2014/main" id="{38CA4400-E2AD-B29C-8E75-E37783F40C3D}"/>
              </a:ext>
            </a:extLst>
          </p:cNvPr>
          <p:cNvSpPr>
            <a:spLocks noGrp="1"/>
          </p:cNvSpPr>
          <p:nvPr>
            <p:ph type="title" hasCustomPrompt="1"/>
          </p:nvPr>
        </p:nvSpPr>
        <p:spPr>
          <a:xfrm>
            <a:off x="856775" y="1960947"/>
            <a:ext cx="10515600" cy="1325563"/>
          </a:xfrm>
        </p:spPr>
        <p:txBody>
          <a:bodyPr/>
          <a:lstStyle>
            <a:lvl1pPr algn="ctr">
              <a:defRPr sz="4000">
                <a:solidFill>
                  <a:schemeClr val="tx1"/>
                </a:solidFill>
              </a:defRPr>
            </a:lvl1pPr>
          </a:lstStyle>
          <a:p>
            <a:r>
              <a:rPr lang="en-US" sz="4800" dirty="0">
                <a:solidFill>
                  <a:srgbClr val="2CB5E0"/>
                </a:solidFill>
                <a:latin typeface="Impact" panose="020B0806030902050204" pitchFamily="34" charset="0"/>
                <a:ea typeface="Russo One"/>
                <a:cs typeface="Russo One"/>
                <a:sym typeface="Russo One"/>
              </a:rPr>
              <a:t> </a:t>
            </a:r>
            <a:r>
              <a:rPr lang="es-ES" dirty="0"/>
              <a:t>Haga clic para modificar el estilo de título del patrón</a:t>
            </a:r>
            <a:endParaRPr lang="es-CO" dirty="0"/>
          </a:p>
        </p:txBody>
      </p:sp>
      <p:pic>
        <p:nvPicPr>
          <p:cNvPr id="7" name="Imagen 6">
            <a:extLst>
              <a:ext uri="{FF2B5EF4-FFF2-40B4-BE49-F238E27FC236}">
                <a16:creationId xmlns:a16="http://schemas.microsoft.com/office/drawing/2014/main" id="{B1043A54-7E88-583E-2231-C8576B31C131}"/>
              </a:ext>
            </a:extLst>
          </p:cNvPr>
          <p:cNvPicPr/>
          <p:nvPr userDrawn="1"/>
        </p:nvPicPr>
        <p:blipFill rotWithShape="1">
          <a:blip r:embed="rId2" cstate="screen">
            <a:extLst>
              <a:ext uri="{28A0092B-C50C-407E-A947-70E740481C1C}">
                <a14:useLocalDpi xmlns:a14="http://schemas.microsoft.com/office/drawing/2010/main"/>
              </a:ext>
            </a:extLst>
          </a:blip>
          <a:srcRect t="24483"/>
          <a:stretch/>
        </p:blipFill>
        <p:spPr>
          <a:xfrm>
            <a:off x="748470" y="0"/>
            <a:ext cx="2419273" cy="1287294"/>
          </a:xfrm>
          <a:prstGeom prst="rect">
            <a:avLst/>
          </a:prstGeom>
        </p:spPr>
      </p:pic>
      <p:pic>
        <p:nvPicPr>
          <p:cNvPr id="8" name="Imagen 7">
            <a:extLst>
              <a:ext uri="{FF2B5EF4-FFF2-40B4-BE49-F238E27FC236}">
                <a16:creationId xmlns:a16="http://schemas.microsoft.com/office/drawing/2014/main" id="{361802F0-824F-BB56-69E2-8BFFDB39BEDC}"/>
              </a:ext>
            </a:extLst>
          </p:cNvPr>
          <p:cNvPicPr/>
          <p:nvPr userDrawn="1"/>
        </p:nvPicPr>
        <p:blipFill rotWithShape="1">
          <a:blip r:embed="rId3" cstate="screen">
            <a:extLst>
              <a:ext uri="{28A0092B-C50C-407E-A947-70E740481C1C}">
                <a14:useLocalDpi xmlns:a14="http://schemas.microsoft.com/office/drawing/2010/main"/>
              </a:ext>
            </a:extLst>
          </a:blip>
          <a:srcRect t="26124"/>
          <a:stretch/>
        </p:blipFill>
        <p:spPr>
          <a:xfrm>
            <a:off x="10878074" y="0"/>
            <a:ext cx="1288123" cy="1862636"/>
          </a:xfrm>
          <a:prstGeom prst="rect">
            <a:avLst/>
          </a:prstGeom>
        </p:spPr>
      </p:pic>
      <p:pic>
        <p:nvPicPr>
          <p:cNvPr id="9" name="Imagen 8">
            <a:extLst>
              <a:ext uri="{FF2B5EF4-FFF2-40B4-BE49-F238E27FC236}">
                <a16:creationId xmlns:a16="http://schemas.microsoft.com/office/drawing/2014/main" id="{C529A870-C984-326E-0099-FCB7BC8C1092}"/>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0" y="5682697"/>
            <a:ext cx="1713550" cy="812751"/>
          </a:xfrm>
          <a:prstGeom prst="rect">
            <a:avLst/>
          </a:prstGeom>
        </p:spPr>
      </p:pic>
      <p:pic>
        <p:nvPicPr>
          <p:cNvPr id="10" name="Imagen 9">
            <a:extLst>
              <a:ext uri="{FF2B5EF4-FFF2-40B4-BE49-F238E27FC236}">
                <a16:creationId xmlns:a16="http://schemas.microsoft.com/office/drawing/2014/main" id="{71105219-0109-A676-82FB-61947E948F93}"/>
              </a:ext>
            </a:extLst>
          </p:cNvPr>
          <p:cNvPicPr/>
          <p:nvPr userDrawn="1"/>
        </p:nvPicPr>
        <p:blipFill>
          <a:blip r:embed="rId5"/>
          <a:stretch>
            <a:fillRect/>
          </a:stretch>
        </p:blipFill>
        <p:spPr>
          <a:xfrm>
            <a:off x="9562524" y="607135"/>
            <a:ext cx="774700" cy="838200"/>
          </a:xfrm>
          <a:prstGeom prst="rect">
            <a:avLst/>
          </a:prstGeom>
        </p:spPr>
      </p:pic>
    </p:spTree>
    <p:extLst>
      <p:ext uri="{BB962C8B-B14F-4D97-AF65-F5344CB8AC3E}">
        <p14:creationId xmlns:p14="http://schemas.microsoft.com/office/powerpoint/2010/main" val="424269437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45121D2-A2C2-2C4E-21A6-6A52D8ECB47A}"/>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DDA4BDAF-9B45-EBEB-7109-89D1F9B66B2F}"/>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D17EF37-1031-085C-8631-31BCFA6EA391}"/>
              </a:ext>
            </a:extLst>
          </p:cNvPr>
          <p:cNvSpPr>
            <a:spLocks noGrp="1"/>
          </p:cNvSpPr>
          <p:nvPr>
            <p:ph type="sldNum" sz="quarter" idx="12"/>
          </p:nvPr>
        </p:nvSpPr>
        <p:spPr/>
        <p:txBody>
          <a:bodyPr/>
          <a:lstStyle/>
          <a:p>
            <a:fld id="{0A5BAFFB-BFEA-47DB-960B-4CD1F881D8A0}" type="slidenum">
              <a:rPr lang="es-CO" smtClean="0"/>
              <a:t>‹Nº›</a:t>
            </a:fld>
            <a:endParaRPr lang="es-CO"/>
          </a:p>
        </p:txBody>
      </p:sp>
      <p:grpSp>
        <p:nvGrpSpPr>
          <p:cNvPr id="14" name="Grupo 13">
            <a:extLst>
              <a:ext uri="{FF2B5EF4-FFF2-40B4-BE49-F238E27FC236}">
                <a16:creationId xmlns:a16="http://schemas.microsoft.com/office/drawing/2014/main" id="{D70B97E2-E44D-7569-9297-0AEE5778CCB8}"/>
              </a:ext>
            </a:extLst>
          </p:cNvPr>
          <p:cNvGrpSpPr/>
          <p:nvPr userDrawn="1"/>
        </p:nvGrpSpPr>
        <p:grpSpPr>
          <a:xfrm>
            <a:off x="-1624013" y="-6350"/>
            <a:ext cx="8634413" cy="6872288"/>
            <a:chOff x="-1624013" y="-6350"/>
            <a:chExt cx="8634413" cy="6872288"/>
          </a:xfrm>
        </p:grpSpPr>
        <p:sp>
          <p:nvSpPr>
            <p:cNvPr id="6" name="AutoShape 3">
              <a:extLst>
                <a:ext uri="{FF2B5EF4-FFF2-40B4-BE49-F238E27FC236}">
                  <a16:creationId xmlns:a16="http://schemas.microsoft.com/office/drawing/2014/main" id="{C34E8FDB-1154-F8FB-0D4A-51B8A71A9E81}"/>
                </a:ext>
              </a:extLst>
            </p:cNvPr>
            <p:cNvSpPr>
              <a:spLocks noChangeAspect="1" noChangeArrowheads="1" noTextEdit="1"/>
            </p:cNvSpPr>
            <p:nvPr userDrawn="1"/>
          </p:nvSpPr>
          <p:spPr bwMode="auto">
            <a:xfrm>
              <a:off x="0" y="0"/>
              <a:ext cx="6096000" cy="6858000"/>
            </a:xfrm>
            <a:prstGeom prst="rect">
              <a:avLst/>
            </a:prstGeom>
            <a:solidFill>
              <a:srgbClr val="2C4293"/>
            </a:solidFill>
            <a:ln>
              <a:noFill/>
            </a:ln>
          </p:spPr>
          <p:txBody>
            <a:bodyPr vert="horz" wrap="square" lIns="91440" tIns="45720" rIns="91440" bIns="45720" numCol="1" anchor="t" anchorCtr="0" compatLnSpc="1">
              <a:prstTxWarp prst="textNoShape">
                <a:avLst/>
              </a:prstTxWarp>
            </a:bodyPr>
            <a:lstStyle/>
            <a:p>
              <a:endParaRPr lang="es-CO"/>
            </a:p>
          </p:txBody>
        </p:sp>
        <p:sp>
          <p:nvSpPr>
            <p:cNvPr id="8" name="Freeform 5">
              <a:extLst>
                <a:ext uri="{FF2B5EF4-FFF2-40B4-BE49-F238E27FC236}">
                  <a16:creationId xmlns:a16="http://schemas.microsoft.com/office/drawing/2014/main" id="{BA0059B2-D994-6DA1-400E-F0108E0819FB}"/>
                </a:ext>
              </a:extLst>
            </p:cNvPr>
            <p:cNvSpPr>
              <a:spLocks/>
            </p:cNvSpPr>
            <p:nvPr userDrawn="1"/>
          </p:nvSpPr>
          <p:spPr bwMode="auto">
            <a:xfrm>
              <a:off x="4902200" y="-6350"/>
              <a:ext cx="2108200" cy="4389164"/>
            </a:xfrm>
            <a:custGeom>
              <a:avLst/>
              <a:gdLst>
                <a:gd name="T0" fmla="*/ 0 w 2815"/>
                <a:gd name="T1" fmla="*/ 0 h 5507"/>
                <a:gd name="T2" fmla="*/ 0 w 2815"/>
                <a:gd name="T3" fmla="*/ 0 h 5507"/>
                <a:gd name="T4" fmla="*/ 0 w 2815"/>
                <a:gd name="T5" fmla="*/ 5507 h 5507"/>
                <a:gd name="T6" fmla="*/ 2815 w 2815"/>
                <a:gd name="T7" fmla="*/ 5507 h 5507"/>
                <a:gd name="T8" fmla="*/ 2815 w 2815"/>
                <a:gd name="T9" fmla="*/ 3905 h 5507"/>
                <a:gd name="T10" fmla="*/ 1605 w 2815"/>
                <a:gd name="T11" fmla="*/ 3905 h 5507"/>
                <a:gd name="T12" fmla="*/ 1605 w 2815"/>
                <a:gd name="T13" fmla="*/ 0 h 5507"/>
                <a:gd name="T14" fmla="*/ 0 w 2815"/>
                <a:gd name="T15" fmla="*/ 0 h 55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15" h="5507">
                  <a:moveTo>
                    <a:pt x="0" y="0"/>
                  </a:moveTo>
                  <a:lnTo>
                    <a:pt x="0" y="0"/>
                  </a:lnTo>
                  <a:lnTo>
                    <a:pt x="0" y="5507"/>
                  </a:lnTo>
                  <a:lnTo>
                    <a:pt x="2815" y="5507"/>
                  </a:lnTo>
                  <a:lnTo>
                    <a:pt x="2815" y="3905"/>
                  </a:lnTo>
                  <a:lnTo>
                    <a:pt x="1605" y="3905"/>
                  </a:lnTo>
                  <a:lnTo>
                    <a:pt x="1605" y="0"/>
                  </a:lnTo>
                  <a:lnTo>
                    <a:pt x="0" y="0"/>
                  </a:lnTo>
                  <a:close/>
                </a:path>
              </a:pathLst>
            </a:custGeom>
            <a:solidFill>
              <a:srgbClr val="2CB5E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sp>
          <p:nvSpPr>
            <p:cNvPr id="9" name="Freeform 6">
              <a:extLst>
                <a:ext uri="{FF2B5EF4-FFF2-40B4-BE49-F238E27FC236}">
                  <a16:creationId xmlns:a16="http://schemas.microsoft.com/office/drawing/2014/main" id="{B8934802-7363-8C4D-AC9F-E22317B85B37}"/>
                </a:ext>
              </a:extLst>
            </p:cNvPr>
            <p:cNvSpPr>
              <a:spLocks/>
            </p:cNvSpPr>
            <p:nvPr userDrawn="1"/>
          </p:nvSpPr>
          <p:spPr bwMode="auto">
            <a:xfrm>
              <a:off x="-1624013" y="3905250"/>
              <a:ext cx="4057650" cy="2960688"/>
            </a:xfrm>
            <a:custGeom>
              <a:avLst/>
              <a:gdLst>
                <a:gd name="T0" fmla="*/ 0 w 4908"/>
                <a:gd name="T1" fmla="*/ 0 h 3579"/>
                <a:gd name="T2" fmla="*/ 0 w 4908"/>
                <a:gd name="T3" fmla="*/ 0 h 3579"/>
                <a:gd name="T4" fmla="*/ 0 w 4908"/>
                <a:gd name="T5" fmla="*/ 1602 h 3579"/>
                <a:gd name="T6" fmla="*/ 3303 w 4908"/>
                <a:gd name="T7" fmla="*/ 1602 h 3579"/>
                <a:gd name="T8" fmla="*/ 3303 w 4908"/>
                <a:gd name="T9" fmla="*/ 3579 h 3579"/>
                <a:gd name="T10" fmla="*/ 4908 w 4908"/>
                <a:gd name="T11" fmla="*/ 3579 h 3579"/>
                <a:gd name="T12" fmla="*/ 4908 w 4908"/>
                <a:gd name="T13" fmla="*/ 0 h 3579"/>
                <a:gd name="T14" fmla="*/ 0 w 4908"/>
                <a:gd name="T15" fmla="*/ 0 h 3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08" h="3579">
                  <a:moveTo>
                    <a:pt x="0" y="0"/>
                  </a:moveTo>
                  <a:lnTo>
                    <a:pt x="0" y="0"/>
                  </a:lnTo>
                  <a:lnTo>
                    <a:pt x="0" y="1602"/>
                  </a:lnTo>
                  <a:lnTo>
                    <a:pt x="3303" y="1602"/>
                  </a:lnTo>
                  <a:lnTo>
                    <a:pt x="3303" y="3579"/>
                  </a:lnTo>
                  <a:lnTo>
                    <a:pt x="4908" y="3579"/>
                  </a:lnTo>
                  <a:lnTo>
                    <a:pt x="4908" y="0"/>
                  </a:lnTo>
                  <a:lnTo>
                    <a:pt x="0" y="0"/>
                  </a:lnTo>
                  <a:close/>
                </a:path>
              </a:pathLst>
            </a:custGeom>
            <a:solidFill>
              <a:srgbClr val="2CB5E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sp>
          <p:nvSpPr>
            <p:cNvPr id="10" name="Freeform 7">
              <a:extLst>
                <a:ext uri="{FF2B5EF4-FFF2-40B4-BE49-F238E27FC236}">
                  <a16:creationId xmlns:a16="http://schemas.microsoft.com/office/drawing/2014/main" id="{6B82E21B-E18E-5938-A631-63129FABAA60}"/>
                </a:ext>
              </a:extLst>
            </p:cNvPr>
            <p:cNvSpPr>
              <a:spLocks/>
            </p:cNvSpPr>
            <p:nvPr userDrawn="1"/>
          </p:nvSpPr>
          <p:spPr bwMode="auto">
            <a:xfrm>
              <a:off x="-174625" y="-6350"/>
              <a:ext cx="4067175" cy="2862263"/>
            </a:xfrm>
            <a:custGeom>
              <a:avLst/>
              <a:gdLst>
                <a:gd name="T0" fmla="*/ 3316 w 4920"/>
                <a:gd name="T1" fmla="*/ 0 h 3461"/>
                <a:gd name="T2" fmla="*/ 3316 w 4920"/>
                <a:gd name="T3" fmla="*/ 0 h 3461"/>
                <a:gd name="T4" fmla="*/ 3316 w 4920"/>
                <a:gd name="T5" fmla="*/ 1859 h 3461"/>
                <a:gd name="T6" fmla="*/ 1605 w 4920"/>
                <a:gd name="T7" fmla="*/ 1859 h 3461"/>
                <a:gd name="T8" fmla="*/ 1605 w 4920"/>
                <a:gd name="T9" fmla="*/ 1 h 3461"/>
                <a:gd name="T10" fmla="*/ 0 w 4920"/>
                <a:gd name="T11" fmla="*/ 1 h 3461"/>
                <a:gd name="T12" fmla="*/ 0 w 4920"/>
                <a:gd name="T13" fmla="*/ 3461 h 3461"/>
                <a:gd name="T14" fmla="*/ 4920 w 4920"/>
                <a:gd name="T15" fmla="*/ 3461 h 3461"/>
                <a:gd name="T16" fmla="*/ 4920 w 4920"/>
                <a:gd name="T17" fmla="*/ 0 h 3461"/>
                <a:gd name="T18" fmla="*/ 3316 w 4920"/>
                <a:gd name="T19" fmla="*/ 0 h 3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20" h="3461">
                  <a:moveTo>
                    <a:pt x="3316" y="0"/>
                  </a:moveTo>
                  <a:lnTo>
                    <a:pt x="3316" y="0"/>
                  </a:lnTo>
                  <a:lnTo>
                    <a:pt x="3316" y="1859"/>
                  </a:lnTo>
                  <a:lnTo>
                    <a:pt x="1605" y="1859"/>
                  </a:lnTo>
                  <a:lnTo>
                    <a:pt x="1605" y="1"/>
                  </a:lnTo>
                  <a:lnTo>
                    <a:pt x="0" y="1"/>
                  </a:lnTo>
                  <a:lnTo>
                    <a:pt x="0" y="3461"/>
                  </a:lnTo>
                  <a:lnTo>
                    <a:pt x="4920" y="3461"/>
                  </a:lnTo>
                  <a:lnTo>
                    <a:pt x="4920" y="0"/>
                  </a:lnTo>
                  <a:lnTo>
                    <a:pt x="3316" y="0"/>
                  </a:lnTo>
                  <a:close/>
                </a:path>
              </a:pathLst>
            </a:custGeom>
            <a:solidFill>
              <a:srgbClr val="2CB5E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sp>
          <p:nvSpPr>
            <p:cNvPr id="11" name="Freeform 8">
              <a:extLst>
                <a:ext uri="{FF2B5EF4-FFF2-40B4-BE49-F238E27FC236}">
                  <a16:creationId xmlns:a16="http://schemas.microsoft.com/office/drawing/2014/main" id="{AC12E12D-05F3-C5E9-1AF8-C3851A179847}"/>
                </a:ext>
              </a:extLst>
            </p:cNvPr>
            <p:cNvSpPr>
              <a:spLocks/>
            </p:cNvSpPr>
            <p:nvPr userDrawn="1"/>
          </p:nvSpPr>
          <p:spPr bwMode="auto">
            <a:xfrm>
              <a:off x="3383072" y="5139120"/>
              <a:ext cx="2789238" cy="1325563"/>
            </a:xfrm>
            <a:custGeom>
              <a:avLst/>
              <a:gdLst>
                <a:gd name="T0" fmla="*/ 3374 w 3374"/>
                <a:gd name="T1" fmla="*/ 1602 h 1602"/>
                <a:gd name="T2" fmla="*/ 3374 w 3374"/>
                <a:gd name="T3" fmla="*/ 1602 h 1602"/>
                <a:gd name="T4" fmla="*/ 0 w 3374"/>
                <a:gd name="T5" fmla="*/ 1602 h 1602"/>
                <a:gd name="T6" fmla="*/ 0 w 3374"/>
                <a:gd name="T7" fmla="*/ 0 h 1602"/>
                <a:gd name="T8" fmla="*/ 3374 w 3374"/>
                <a:gd name="T9" fmla="*/ 0 h 1602"/>
                <a:gd name="T10" fmla="*/ 3374 w 3374"/>
                <a:gd name="T11" fmla="*/ 1602 h 1602"/>
              </a:gdLst>
              <a:ahLst/>
              <a:cxnLst>
                <a:cxn ang="0">
                  <a:pos x="T0" y="T1"/>
                </a:cxn>
                <a:cxn ang="0">
                  <a:pos x="T2" y="T3"/>
                </a:cxn>
                <a:cxn ang="0">
                  <a:pos x="T4" y="T5"/>
                </a:cxn>
                <a:cxn ang="0">
                  <a:pos x="T6" y="T7"/>
                </a:cxn>
                <a:cxn ang="0">
                  <a:pos x="T8" y="T9"/>
                </a:cxn>
                <a:cxn ang="0">
                  <a:pos x="T10" y="T11"/>
                </a:cxn>
              </a:cxnLst>
              <a:rect l="0" t="0" r="r" b="b"/>
              <a:pathLst>
                <a:path w="3374" h="1602">
                  <a:moveTo>
                    <a:pt x="3374" y="1602"/>
                  </a:moveTo>
                  <a:lnTo>
                    <a:pt x="3374" y="1602"/>
                  </a:lnTo>
                  <a:lnTo>
                    <a:pt x="0" y="1602"/>
                  </a:lnTo>
                  <a:lnTo>
                    <a:pt x="0" y="0"/>
                  </a:lnTo>
                  <a:lnTo>
                    <a:pt x="3374" y="0"/>
                  </a:lnTo>
                  <a:lnTo>
                    <a:pt x="3374" y="1602"/>
                  </a:lnTo>
                  <a:close/>
                </a:path>
              </a:pathLst>
            </a:custGeom>
            <a:solidFill>
              <a:srgbClr val="2CB5E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grpSp>
      <p:sp>
        <p:nvSpPr>
          <p:cNvPr id="13" name="Rectángulo 12">
            <a:extLst>
              <a:ext uri="{FF2B5EF4-FFF2-40B4-BE49-F238E27FC236}">
                <a16:creationId xmlns:a16="http://schemas.microsoft.com/office/drawing/2014/main" id="{15A94A90-82B4-7BA5-19E3-E4C06FB8D662}"/>
              </a:ext>
            </a:extLst>
          </p:cNvPr>
          <p:cNvSpPr/>
          <p:nvPr userDrawn="1"/>
        </p:nvSpPr>
        <p:spPr>
          <a:xfrm>
            <a:off x="6096000" y="0"/>
            <a:ext cx="6096000" cy="68659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Marcador de texto 16">
            <a:extLst>
              <a:ext uri="{FF2B5EF4-FFF2-40B4-BE49-F238E27FC236}">
                <a16:creationId xmlns:a16="http://schemas.microsoft.com/office/drawing/2014/main" id="{8095E530-6F51-30EC-3417-DF8B0FBE82DE}"/>
              </a:ext>
            </a:extLst>
          </p:cNvPr>
          <p:cNvSpPr>
            <a:spLocks noGrp="1"/>
          </p:cNvSpPr>
          <p:nvPr>
            <p:ph type="body" sz="quarter" idx="13"/>
          </p:nvPr>
        </p:nvSpPr>
        <p:spPr>
          <a:xfrm>
            <a:off x="6729686" y="1273832"/>
            <a:ext cx="5083942" cy="914400"/>
          </a:xfrm>
        </p:spPr>
        <p:txBody>
          <a:bodyPr/>
          <a:lstStyle>
            <a:lvl1pPr marL="0" indent="0">
              <a:buNone/>
              <a:defRPr sz="3200">
                <a:solidFill>
                  <a:srgbClr val="2C4293"/>
                </a:solidFill>
                <a:latin typeface="+mj-lt"/>
              </a:defRPr>
            </a:lvl1pPr>
            <a:lvl2pPr marL="742950" indent="-285750">
              <a:buFont typeface="Arial" panose="020B0604020202020204" pitchFamily="34" charset="0"/>
              <a:buChar char="•"/>
              <a:defRPr sz="1800" b="1">
                <a:solidFill>
                  <a:srgbClr val="2C4293"/>
                </a:solidFill>
              </a:defRPr>
            </a:lvl2pPr>
            <a:lvl3pPr marL="914400" indent="0">
              <a:buNone/>
              <a:defRPr/>
            </a:lvl3pPr>
          </a:lstStyle>
          <a:p>
            <a:pPr lvl="0"/>
            <a:r>
              <a:rPr lang="es-ES" dirty="0"/>
              <a:t>Haga clic para modificar los estilos de texto del patrón</a:t>
            </a:r>
          </a:p>
          <a:p>
            <a:pPr lvl="1"/>
            <a:r>
              <a:rPr lang="es-ES" dirty="0"/>
              <a:t>Segundo nivel</a:t>
            </a:r>
          </a:p>
          <a:p>
            <a:pPr lvl="1"/>
            <a:endParaRPr lang="es-ES" dirty="0"/>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2859105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496B21-56D1-4A75-8B3A-D32A113F78A8}"/>
              </a:ext>
            </a:extLst>
          </p:cNvPr>
          <p:cNvSpPr>
            <a:spLocks noGrp="1"/>
          </p:cNvSpPr>
          <p:nvPr>
            <p:ph type="title"/>
          </p:nvPr>
        </p:nvSpPr>
        <p:spPr>
          <a:xfrm>
            <a:off x="839788" y="457200"/>
            <a:ext cx="3932237" cy="1600200"/>
          </a:xfrm>
        </p:spPr>
        <p:txBody>
          <a:bodyPr anchor="b"/>
          <a:lstStyle>
            <a:lvl1pPr>
              <a:defRPr lang="es-CO" sz="3200" kern="1200" dirty="0">
                <a:solidFill>
                  <a:srgbClr val="1C8558"/>
                </a:solidFill>
                <a:latin typeface="Impact" panose="020B0806030902050204" pitchFamily="34" charset="0"/>
                <a:ea typeface="+mn-ea"/>
                <a:cs typeface="+mn-cs"/>
              </a:defRPr>
            </a:lvl1pPr>
          </a:lstStyle>
          <a:p>
            <a:r>
              <a:rPr lang="es-ES" dirty="0"/>
              <a:t>Haga clic para modificar el estilo de título del patrón</a:t>
            </a:r>
            <a:endParaRPr lang="es-CO" dirty="0"/>
          </a:p>
        </p:txBody>
      </p:sp>
      <p:sp>
        <p:nvSpPr>
          <p:cNvPr id="3" name="Marcador de posición de imagen 2">
            <a:extLst>
              <a:ext uri="{FF2B5EF4-FFF2-40B4-BE49-F238E27FC236}">
                <a16:creationId xmlns:a16="http://schemas.microsoft.com/office/drawing/2014/main" id="{EEA4ED02-51AF-B6F1-55A0-AABD9B4ADB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8877D62-C299-FBA1-0683-819334959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1C297C2-E5DB-BBF0-A31C-B812EA4F622D}"/>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6" name="Marcador de pie de página 5">
            <a:extLst>
              <a:ext uri="{FF2B5EF4-FFF2-40B4-BE49-F238E27FC236}">
                <a16:creationId xmlns:a16="http://schemas.microsoft.com/office/drawing/2014/main" id="{3925D73B-4AD6-CADB-55AD-F6052739F9C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69E8C17-021B-F1A3-7E51-87812B067E7D}"/>
              </a:ext>
            </a:extLst>
          </p:cNvPr>
          <p:cNvSpPr>
            <a:spLocks noGrp="1"/>
          </p:cNvSpPr>
          <p:nvPr>
            <p:ph type="sldNum" sz="quarter" idx="12"/>
          </p:nvPr>
        </p:nvSpPr>
        <p:spPr/>
        <p:txBody>
          <a:bodyPr/>
          <a:lstStyle/>
          <a:p>
            <a:fld id="{0A5BAFFB-BFEA-47DB-960B-4CD1F881D8A0}" type="slidenum">
              <a:rPr lang="es-CO" smtClean="0"/>
              <a:t>‹Nº›</a:t>
            </a:fld>
            <a:endParaRPr lang="es-CO"/>
          </a:p>
        </p:txBody>
      </p:sp>
      <p:grpSp>
        <p:nvGrpSpPr>
          <p:cNvPr id="8" name="Grupo 7">
            <a:extLst>
              <a:ext uri="{FF2B5EF4-FFF2-40B4-BE49-F238E27FC236}">
                <a16:creationId xmlns:a16="http://schemas.microsoft.com/office/drawing/2014/main" id="{3987A2F4-F582-D9A3-376C-50E6D0E4B22E}"/>
              </a:ext>
            </a:extLst>
          </p:cNvPr>
          <p:cNvGrpSpPr/>
          <p:nvPr userDrawn="1"/>
        </p:nvGrpSpPr>
        <p:grpSpPr>
          <a:xfrm>
            <a:off x="6096000" y="-404"/>
            <a:ext cx="6096000" cy="6858404"/>
            <a:chOff x="6096000" y="-404"/>
            <a:chExt cx="6096000" cy="6858404"/>
          </a:xfrm>
        </p:grpSpPr>
        <p:pic>
          <p:nvPicPr>
            <p:cNvPr id="9" name="Imagen 8">
              <a:extLst>
                <a:ext uri="{FF2B5EF4-FFF2-40B4-BE49-F238E27FC236}">
                  <a16:creationId xmlns:a16="http://schemas.microsoft.com/office/drawing/2014/main" id="{F4A1E69B-5A93-C9C6-9C14-66E3E51BE58B}"/>
                </a:ext>
              </a:extLst>
            </p:cNvPr>
            <p:cNvPicPr>
              <a:picLocks noChangeAspect="1"/>
            </p:cNvPicPr>
            <p:nvPr/>
          </p:nvPicPr>
          <p:blipFill>
            <a:blip r:embed="rId2"/>
            <a:stretch>
              <a:fillRect/>
            </a:stretch>
          </p:blipFill>
          <p:spPr>
            <a:xfrm>
              <a:off x="6096000" y="0"/>
              <a:ext cx="6096000" cy="6858000"/>
            </a:xfrm>
            <a:prstGeom prst="rect">
              <a:avLst/>
            </a:prstGeom>
          </p:spPr>
        </p:pic>
        <p:pic>
          <p:nvPicPr>
            <p:cNvPr id="10" name="Imagen 9">
              <a:extLst>
                <a:ext uri="{FF2B5EF4-FFF2-40B4-BE49-F238E27FC236}">
                  <a16:creationId xmlns:a16="http://schemas.microsoft.com/office/drawing/2014/main" id="{848386FF-3BD7-91FC-EA5B-31CB469108A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0761196" y="-404"/>
              <a:ext cx="1430804" cy="1997595"/>
            </a:xfrm>
            <a:prstGeom prst="rect">
              <a:avLst/>
            </a:prstGeom>
          </p:spPr>
        </p:pic>
        <p:pic>
          <p:nvPicPr>
            <p:cNvPr id="11" name="Imagen 10">
              <a:extLst>
                <a:ext uri="{FF2B5EF4-FFF2-40B4-BE49-F238E27FC236}">
                  <a16:creationId xmlns:a16="http://schemas.microsoft.com/office/drawing/2014/main" id="{FB5CDF2E-AA69-86A2-70B2-35382807CE8E}"/>
                </a:ext>
              </a:extLst>
            </p:cNvPr>
            <p:cNvPicPr>
              <a:picLocks noChangeAspect="1"/>
            </p:cNvPicPr>
            <p:nvPr/>
          </p:nvPicPr>
          <p:blipFill>
            <a:blip r:embed="rId4"/>
            <a:stretch>
              <a:fillRect/>
            </a:stretch>
          </p:blipFill>
          <p:spPr>
            <a:xfrm>
              <a:off x="6865490" y="5436998"/>
              <a:ext cx="774700" cy="838200"/>
            </a:xfrm>
            <a:prstGeom prst="rect">
              <a:avLst/>
            </a:prstGeom>
          </p:spPr>
        </p:pic>
        <p:pic>
          <p:nvPicPr>
            <p:cNvPr id="12" name="Imagen 11">
              <a:extLst>
                <a:ext uri="{FF2B5EF4-FFF2-40B4-BE49-F238E27FC236}">
                  <a16:creationId xmlns:a16="http://schemas.microsoft.com/office/drawing/2014/main" id="{01C514D6-8B1A-F72D-5A9D-586721745CFB}"/>
                </a:ext>
              </a:extLst>
            </p:cNvPr>
            <p:cNvPicPr/>
            <p:nvPr/>
          </p:nvPicPr>
          <p:blipFill>
            <a:blip r:embed="rId5" cstate="screen">
              <a:extLst>
                <a:ext uri="{28A0092B-C50C-407E-A947-70E740481C1C}">
                  <a14:useLocalDpi xmlns:a14="http://schemas.microsoft.com/office/drawing/2010/main"/>
                </a:ext>
              </a:extLst>
            </a:blip>
            <a:stretch>
              <a:fillRect/>
            </a:stretch>
          </p:blipFill>
          <p:spPr>
            <a:xfrm>
              <a:off x="7327196" y="0"/>
              <a:ext cx="833330" cy="1203795"/>
            </a:xfrm>
            <a:prstGeom prst="rect">
              <a:avLst/>
            </a:prstGeom>
          </p:spPr>
        </p:pic>
      </p:grpSp>
      <p:pic>
        <p:nvPicPr>
          <p:cNvPr id="13" name="Imagen 12">
            <a:extLst>
              <a:ext uri="{FF2B5EF4-FFF2-40B4-BE49-F238E27FC236}">
                <a16:creationId xmlns:a16="http://schemas.microsoft.com/office/drawing/2014/main" id="{6B44D825-03D5-1FAE-2ECA-B60D80CE8C19}"/>
              </a:ext>
            </a:extLst>
          </p:cNvPr>
          <p:cNvPicPr/>
          <p:nvPr userDrawn="1"/>
        </p:nvPicPr>
        <p:blipFill>
          <a:blip r:embed="rId6" cstate="screen">
            <a:extLst>
              <a:ext uri="{28A0092B-C50C-407E-A947-70E740481C1C}">
                <a14:useLocalDpi xmlns:a14="http://schemas.microsoft.com/office/drawing/2010/main"/>
              </a:ext>
            </a:extLst>
          </a:blip>
          <a:stretch>
            <a:fillRect/>
          </a:stretch>
        </p:blipFill>
        <p:spPr>
          <a:xfrm>
            <a:off x="-134867" y="5868988"/>
            <a:ext cx="2849492" cy="1131012"/>
          </a:xfrm>
          <a:prstGeom prst="rect">
            <a:avLst/>
          </a:prstGeom>
        </p:spPr>
      </p:pic>
    </p:spTree>
    <p:extLst>
      <p:ext uri="{BB962C8B-B14F-4D97-AF65-F5344CB8AC3E}">
        <p14:creationId xmlns:p14="http://schemas.microsoft.com/office/powerpoint/2010/main" val="4153219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seño personalizado">
    <p:bg>
      <p:bgPr>
        <a:solidFill>
          <a:srgbClr val="2C4293"/>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BA47783-BC09-0AB4-CA90-C9E5B264BD59}"/>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DD0B3178-2ADE-A53B-E223-AB7B408F331F}"/>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B0E45759-CC98-597D-E3C6-4F80D73B6E85}"/>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angle 40">
            <a:extLst>
              <a:ext uri="{FF2B5EF4-FFF2-40B4-BE49-F238E27FC236}">
                <a16:creationId xmlns:a16="http://schemas.microsoft.com/office/drawing/2014/main" id="{6F338E07-A336-7D86-A057-93EAB257B72C}"/>
              </a:ext>
            </a:extLst>
          </p:cNvPr>
          <p:cNvSpPr/>
          <p:nvPr userDrawn="1"/>
        </p:nvSpPr>
        <p:spPr>
          <a:xfrm>
            <a:off x="8244952" y="0"/>
            <a:ext cx="3947048" cy="6858000"/>
          </a:xfrm>
          <a:prstGeom prst="rect">
            <a:avLst/>
          </a:prstGeom>
          <a:solidFill>
            <a:srgbClr val="2CB5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ADEF4BEE-84E1-9995-87A1-D974A10E60CA}"/>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6036625" y="4931223"/>
            <a:ext cx="3031462" cy="1920595"/>
          </a:xfrm>
          <a:prstGeom prst="rect">
            <a:avLst/>
          </a:prstGeom>
        </p:spPr>
      </p:pic>
      <p:pic>
        <p:nvPicPr>
          <p:cNvPr id="8" name="Imagen 7">
            <a:extLst>
              <a:ext uri="{FF2B5EF4-FFF2-40B4-BE49-F238E27FC236}">
                <a16:creationId xmlns:a16="http://schemas.microsoft.com/office/drawing/2014/main" id="{41953DCC-52B7-92B3-E00D-0B59DB1ABC58}"/>
              </a:ext>
            </a:extLst>
          </p:cNvPr>
          <p:cNvPicPr/>
          <p:nvPr userDrawn="1"/>
        </p:nvPicPr>
        <p:blipFill rotWithShape="1">
          <a:blip r:embed="rId3" cstate="screen">
            <a:extLst>
              <a:ext uri="{28A0092B-C50C-407E-A947-70E740481C1C}">
                <a14:useLocalDpi xmlns:a14="http://schemas.microsoft.com/office/drawing/2010/main"/>
              </a:ext>
            </a:extLst>
          </a:blip>
          <a:srcRect l="51634" t="68786"/>
          <a:stretch/>
        </p:blipFill>
        <p:spPr>
          <a:xfrm>
            <a:off x="3735580" y="118904"/>
            <a:ext cx="2700723" cy="1352245"/>
          </a:xfrm>
          <a:prstGeom prst="rect">
            <a:avLst/>
          </a:prstGeom>
        </p:spPr>
      </p:pic>
      <p:sp>
        <p:nvSpPr>
          <p:cNvPr id="9" name="Título 8">
            <a:extLst>
              <a:ext uri="{FF2B5EF4-FFF2-40B4-BE49-F238E27FC236}">
                <a16:creationId xmlns:a16="http://schemas.microsoft.com/office/drawing/2014/main" id="{7F88B82E-4848-D265-B670-BF62D69A5492}"/>
              </a:ext>
            </a:extLst>
          </p:cNvPr>
          <p:cNvSpPr>
            <a:spLocks noGrp="1"/>
          </p:cNvSpPr>
          <p:nvPr>
            <p:ph type="title"/>
          </p:nvPr>
        </p:nvSpPr>
        <p:spPr>
          <a:xfrm>
            <a:off x="298434" y="1140378"/>
            <a:ext cx="5065643" cy="1325563"/>
          </a:xfrm>
        </p:spPr>
        <p:txBody>
          <a:bodyPr/>
          <a:lstStyle>
            <a:lvl1pPr marL="0" algn="l" defTabSz="914400" rtl="0" eaLnBrk="1" latinLnBrk="0" hangingPunct="1">
              <a:defRPr lang="es-CO" sz="3200" kern="1200" dirty="0">
                <a:solidFill>
                  <a:schemeClr val="bg1"/>
                </a:solidFill>
                <a:latin typeface="Impact" panose="020B0806030902050204" pitchFamily="34" charset="0"/>
                <a:ea typeface="+mn-ea"/>
                <a:cs typeface="+mn-cs"/>
              </a:defRPr>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2999870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D5682C15-67C8-D9CD-98CB-A2E64AB08BD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6743369" y="2464179"/>
            <a:ext cx="2112431" cy="1488434"/>
          </a:xfrm>
          <a:prstGeom prst="rect">
            <a:avLst/>
          </a:prstGeom>
        </p:spPr>
      </p:pic>
      <p:pic>
        <p:nvPicPr>
          <p:cNvPr id="11" name="Imagen 10">
            <a:extLst>
              <a:ext uri="{FF2B5EF4-FFF2-40B4-BE49-F238E27FC236}">
                <a16:creationId xmlns:a16="http://schemas.microsoft.com/office/drawing/2014/main" id="{E5AE9343-8BD3-4009-4B4F-EDC543B16F36}"/>
              </a:ext>
            </a:extLst>
          </p:cNvPr>
          <p:cNvPicPr/>
          <p:nvPr userDrawn="1"/>
        </p:nvPicPr>
        <p:blipFill>
          <a:blip r:embed="rId3"/>
          <a:stretch>
            <a:fillRect/>
          </a:stretch>
        </p:blipFill>
        <p:spPr>
          <a:xfrm>
            <a:off x="10890913" y="3116645"/>
            <a:ext cx="850900" cy="838200"/>
          </a:xfrm>
          <a:prstGeom prst="rect">
            <a:avLst/>
          </a:prstGeom>
        </p:spPr>
      </p:pic>
      <p:sp>
        <p:nvSpPr>
          <p:cNvPr id="3" name="Marcador de fecha 2">
            <a:extLst>
              <a:ext uri="{FF2B5EF4-FFF2-40B4-BE49-F238E27FC236}">
                <a16:creationId xmlns:a16="http://schemas.microsoft.com/office/drawing/2014/main" id="{6FE0C2D5-CD19-853F-7866-58780F1E7FC1}"/>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7FE03319-1ADC-5686-2B5C-1BB549667E9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3660D72-69E8-4B55-7049-F808E1A96847}"/>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ángulo 5">
            <a:extLst>
              <a:ext uri="{FF2B5EF4-FFF2-40B4-BE49-F238E27FC236}">
                <a16:creationId xmlns:a16="http://schemas.microsoft.com/office/drawing/2014/main" id="{508301E0-3B0C-66C6-7EC7-88C397E3AB11}"/>
              </a:ext>
            </a:extLst>
          </p:cNvPr>
          <p:cNvSpPr/>
          <p:nvPr userDrawn="1"/>
        </p:nvSpPr>
        <p:spPr>
          <a:xfrm>
            <a:off x="0" y="0"/>
            <a:ext cx="6096000" cy="6858000"/>
          </a:xfrm>
          <a:prstGeom prst="rect">
            <a:avLst/>
          </a:prstGeom>
          <a:solidFill>
            <a:srgbClr val="2CB5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624929E5-577B-46EE-5B6C-687B82079A80}"/>
              </a:ext>
            </a:extLst>
          </p:cNvPr>
          <p:cNvPicPr/>
          <p:nvPr userDrawn="1"/>
        </p:nvPicPr>
        <p:blipFill rotWithShape="1">
          <a:blip r:embed="rId4" cstate="screen">
            <a:extLst>
              <a:ext uri="{28A0092B-C50C-407E-A947-70E740481C1C}">
                <a14:useLocalDpi xmlns:a14="http://schemas.microsoft.com/office/drawing/2010/main"/>
              </a:ext>
            </a:extLst>
          </a:blip>
          <a:srcRect r="31137" b="30387"/>
          <a:stretch/>
        </p:blipFill>
        <p:spPr>
          <a:xfrm rot="16200000">
            <a:off x="4570169" y="-388313"/>
            <a:ext cx="1137522" cy="1914146"/>
          </a:xfrm>
          <a:prstGeom prst="rect">
            <a:avLst/>
          </a:prstGeom>
        </p:spPr>
      </p:pic>
      <p:pic>
        <p:nvPicPr>
          <p:cNvPr id="8" name="Imagen 7">
            <a:extLst>
              <a:ext uri="{FF2B5EF4-FFF2-40B4-BE49-F238E27FC236}">
                <a16:creationId xmlns:a16="http://schemas.microsoft.com/office/drawing/2014/main" id="{7DCB6599-B4F5-1563-36C3-006D1E673C9C}"/>
              </a:ext>
            </a:extLst>
          </p:cNvPr>
          <p:cNvPicPr/>
          <p:nvPr userDrawn="1"/>
        </p:nvPicPr>
        <p:blipFill rotWithShape="1">
          <a:blip r:embed="rId5" cstate="screen">
            <a:extLst>
              <a:ext uri="{28A0092B-C50C-407E-A947-70E740481C1C}">
                <a14:useLocalDpi xmlns:a14="http://schemas.microsoft.com/office/drawing/2010/main"/>
              </a:ext>
            </a:extLst>
          </a:blip>
          <a:srcRect/>
          <a:stretch/>
        </p:blipFill>
        <p:spPr>
          <a:xfrm>
            <a:off x="647369" y="3649604"/>
            <a:ext cx="9759902" cy="3208396"/>
          </a:xfrm>
          <a:prstGeom prst="rect">
            <a:avLst/>
          </a:prstGeom>
        </p:spPr>
      </p:pic>
      <p:sp>
        <p:nvSpPr>
          <p:cNvPr id="9" name="Título 8">
            <a:extLst>
              <a:ext uri="{FF2B5EF4-FFF2-40B4-BE49-F238E27FC236}">
                <a16:creationId xmlns:a16="http://schemas.microsoft.com/office/drawing/2014/main" id="{AD32EE27-5938-8044-4E03-502AA399682A}"/>
              </a:ext>
            </a:extLst>
          </p:cNvPr>
          <p:cNvSpPr>
            <a:spLocks noGrp="1"/>
          </p:cNvSpPr>
          <p:nvPr>
            <p:ph type="title"/>
          </p:nvPr>
        </p:nvSpPr>
        <p:spPr>
          <a:xfrm>
            <a:off x="231914" y="543002"/>
            <a:ext cx="3949943" cy="1325563"/>
          </a:xfrm>
        </p:spPr>
        <p:txBody>
          <a:bodyPr/>
          <a:lstStyle>
            <a:lvl1pPr marL="0" algn="l" defTabSz="914400" rtl="0" eaLnBrk="1" latinLnBrk="0" hangingPunct="1">
              <a:defRPr lang="es-CO" sz="3200" kern="1200" dirty="0">
                <a:solidFill>
                  <a:srgbClr val="2C4293"/>
                </a:solidFill>
                <a:latin typeface="Impact" panose="020B0806030902050204" pitchFamily="34" charset="0"/>
                <a:ea typeface="+mn-ea"/>
                <a:cs typeface="+mn-cs"/>
              </a:defRPr>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2407234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D5682C15-67C8-D9CD-98CB-A2E64AB08BD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6743369" y="2464179"/>
            <a:ext cx="2112431" cy="1488434"/>
          </a:xfrm>
          <a:prstGeom prst="rect">
            <a:avLst/>
          </a:prstGeom>
        </p:spPr>
      </p:pic>
      <p:pic>
        <p:nvPicPr>
          <p:cNvPr id="11" name="Imagen 10">
            <a:extLst>
              <a:ext uri="{FF2B5EF4-FFF2-40B4-BE49-F238E27FC236}">
                <a16:creationId xmlns:a16="http://schemas.microsoft.com/office/drawing/2014/main" id="{E5AE9343-8BD3-4009-4B4F-EDC543B16F36}"/>
              </a:ext>
            </a:extLst>
          </p:cNvPr>
          <p:cNvPicPr/>
          <p:nvPr userDrawn="1"/>
        </p:nvPicPr>
        <p:blipFill>
          <a:blip r:embed="rId3"/>
          <a:stretch>
            <a:fillRect/>
          </a:stretch>
        </p:blipFill>
        <p:spPr>
          <a:xfrm>
            <a:off x="10890913" y="3116645"/>
            <a:ext cx="850900" cy="838200"/>
          </a:xfrm>
          <a:prstGeom prst="rect">
            <a:avLst/>
          </a:prstGeom>
        </p:spPr>
      </p:pic>
      <p:sp>
        <p:nvSpPr>
          <p:cNvPr id="3" name="Marcador de fecha 2">
            <a:extLst>
              <a:ext uri="{FF2B5EF4-FFF2-40B4-BE49-F238E27FC236}">
                <a16:creationId xmlns:a16="http://schemas.microsoft.com/office/drawing/2014/main" id="{6FE0C2D5-CD19-853F-7866-58780F1E7FC1}"/>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7FE03319-1ADC-5686-2B5C-1BB549667E9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3660D72-69E8-4B55-7049-F808E1A96847}"/>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ángulo 5">
            <a:extLst>
              <a:ext uri="{FF2B5EF4-FFF2-40B4-BE49-F238E27FC236}">
                <a16:creationId xmlns:a16="http://schemas.microsoft.com/office/drawing/2014/main" id="{508301E0-3B0C-66C6-7EC7-88C397E3AB11}"/>
              </a:ext>
            </a:extLst>
          </p:cNvPr>
          <p:cNvSpPr/>
          <p:nvPr userDrawn="1"/>
        </p:nvSpPr>
        <p:spPr>
          <a:xfrm>
            <a:off x="0" y="0"/>
            <a:ext cx="6096000" cy="6858000"/>
          </a:xfrm>
          <a:prstGeom prst="rect">
            <a:avLst/>
          </a:prstGeom>
          <a:solidFill>
            <a:srgbClr val="2CB5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624929E5-577B-46EE-5B6C-687B82079A80}"/>
              </a:ext>
            </a:extLst>
          </p:cNvPr>
          <p:cNvPicPr/>
          <p:nvPr userDrawn="1"/>
        </p:nvPicPr>
        <p:blipFill rotWithShape="1">
          <a:blip r:embed="rId4" cstate="screen">
            <a:extLst>
              <a:ext uri="{28A0092B-C50C-407E-A947-70E740481C1C}">
                <a14:useLocalDpi xmlns:a14="http://schemas.microsoft.com/office/drawing/2010/main"/>
              </a:ext>
            </a:extLst>
          </a:blip>
          <a:srcRect r="31137" b="30387"/>
          <a:stretch/>
        </p:blipFill>
        <p:spPr>
          <a:xfrm rot="16200000">
            <a:off x="4570169" y="-388313"/>
            <a:ext cx="1137522" cy="1914146"/>
          </a:xfrm>
          <a:prstGeom prst="rect">
            <a:avLst/>
          </a:prstGeom>
        </p:spPr>
      </p:pic>
      <p:sp>
        <p:nvSpPr>
          <p:cNvPr id="9" name="Título 8">
            <a:extLst>
              <a:ext uri="{FF2B5EF4-FFF2-40B4-BE49-F238E27FC236}">
                <a16:creationId xmlns:a16="http://schemas.microsoft.com/office/drawing/2014/main" id="{AD32EE27-5938-8044-4E03-502AA399682A}"/>
              </a:ext>
            </a:extLst>
          </p:cNvPr>
          <p:cNvSpPr>
            <a:spLocks noGrp="1"/>
          </p:cNvSpPr>
          <p:nvPr>
            <p:ph type="title"/>
          </p:nvPr>
        </p:nvSpPr>
        <p:spPr>
          <a:xfrm>
            <a:off x="231914" y="543002"/>
            <a:ext cx="3949943" cy="1325563"/>
          </a:xfrm>
        </p:spPr>
        <p:txBody>
          <a:bodyPr/>
          <a:lstStyle>
            <a:lvl1pPr marL="0" algn="l" defTabSz="914400" rtl="0" eaLnBrk="1" latinLnBrk="0" hangingPunct="1">
              <a:defRPr lang="es-CO" sz="3200" kern="1200" dirty="0">
                <a:solidFill>
                  <a:srgbClr val="2C4293"/>
                </a:solidFill>
                <a:latin typeface="Impact" panose="020B0806030902050204" pitchFamily="34" charset="0"/>
                <a:ea typeface="+mn-ea"/>
                <a:cs typeface="+mn-cs"/>
              </a:defRPr>
            </a:lvl1pPr>
          </a:lstStyle>
          <a:p>
            <a:r>
              <a:rPr lang="es-ES" dirty="0"/>
              <a:t>Haga clic para modificar el estilo de título del patrón</a:t>
            </a:r>
            <a:endParaRPr lang="es-CO" dirty="0"/>
          </a:p>
        </p:txBody>
      </p:sp>
      <p:sp>
        <p:nvSpPr>
          <p:cNvPr id="2" name="Gráfico 5">
            <a:extLst>
              <a:ext uri="{FF2B5EF4-FFF2-40B4-BE49-F238E27FC236}">
                <a16:creationId xmlns:a16="http://schemas.microsoft.com/office/drawing/2014/main" id="{EC4B1DBC-C9B1-E028-F13F-B52F8066EE07}"/>
              </a:ext>
            </a:extLst>
          </p:cNvPr>
          <p:cNvSpPr/>
          <p:nvPr userDrawn="1"/>
        </p:nvSpPr>
        <p:spPr>
          <a:xfrm>
            <a:off x="1381539" y="3310253"/>
            <a:ext cx="9293087" cy="3547747"/>
          </a:xfrm>
          <a:custGeom>
            <a:avLst/>
            <a:gdLst>
              <a:gd name="connsiteX0" fmla="*/ 6987421 w 7345048"/>
              <a:gd name="connsiteY0" fmla="*/ 1768235 h 3547747"/>
              <a:gd name="connsiteX1" fmla="*/ 6987421 w 7345048"/>
              <a:gd name="connsiteY1" fmla="*/ 1778951 h 3547747"/>
              <a:gd name="connsiteX2" fmla="*/ 7345049 w 7345048"/>
              <a:gd name="connsiteY2" fmla="*/ 2199593 h 3547747"/>
              <a:gd name="connsiteX3" fmla="*/ 7345049 w 7345048"/>
              <a:gd name="connsiteY3" fmla="*/ 3263878 h 3547747"/>
              <a:gd name="connsiteX4" fmla="*/ 7061380 w 7345048"/>
              <a:gd name="connsiteY4" fmla="*/ 3547747 h 3547747"/>
              <a:gd name="connsiteX5" fmla="*/ 4731305 w 7345048"/>
              <a:gd name="connsiteY5" fmla="*/ 3547747 h 3547747"/>
              <a:gd name="connsiteX6" fmla="*/ 4731305 w 7345048"/>
              <a:gd name="connsiteY6" fmla="*/ 1899286 h 3547747"/>
              <a:gd name="connsiteX7" fmla="*/ 6375955 w 7345048"/>
              <a:gd name="connsiteY7" fmla="*/ 1899286 h 3547747"/>
              <a:gd name="connsiteX8" fmla="*/ 6375955 w 7345048"/>
              <a:gd name="connsiteY8" fmla="*/ 1648965 h 3547747"/>
              <a:gd name="connsiteX9" fmla="*/ 4481168 w 7345048"/>
              <a:gd name="connsiteY9" fmla="*/ 1648965 h 3547747"/>
              <a:gd name="connsiteX10" fmla="*/ 4481168 w 7345048"/>
              <a:gd name="connsiteY10" fmla="*/ 3547747 h 3547747"/>
              <a:gd name="connsiteX11" fmla="*/ 2958643 w 7345048"/>
              <a:gd name="connsiteY11" fmla="*/ 3547747 h 3547747"/>
              <a:gd name="connsiteX12" fmla="*/ 2958643 w 7345048"/>
              <a:gd name="connsiteY12" fmla="*/ 1648965 h 3547747"/>
              <a:gd name="connsiteX13" fmla="*/ 2708449 w 7345048"/>
              <a:gd name="connsiteY13" fmla="*/ 1648965 h 3547747"/>
              <a:gd name="connsiteX14" fmla="*/ 2708449 w 7345048"/>
              <a:gd name="connsiteY14" fmla="*/ 3547747 h 3547747"/>
              <a:gd name="connsiteX15" fmla="*/ 283669 w 7345048"/>
              <a:gd name="connsiteY15" fmla="*/ 3547747 h 3547747"/>
              <a:gd name="connsiteX16" fmla="*/ 0 w 7345048"/>
              <a:gd name="connsiteY16" fmla="*/ 3263878 h 3547747"/>
              <a:gd name="connsiteX17" fmla="*/ 0 w 7345048"/>
              <a:gd name="connsiteY17" fmla="*/ 283813 h 3547747"/>
              <a:gd name="connsiteX18" fmla="*/ 283669 w 7345048"/>
              <a:gd name="connsiteY18" fmla="*/ 0 h 3547747"/>
              <a:gd name="connsiteX19" fmla="*/ 1292854 w 7345048"/>
              <a:gd name="connsiteY19" fmla="*/ 0 h 3547747"/>
              <a:gd name="connsiteX20" fmla="*/ 1292854 w 7345048"/>
              <a:gd name="connsiteY20" fmla="*/ 2400377 h 3547747"/>
              <a:gd name="connsiteX21" fmla="*/ 1543047 w 7345048"/>
              <a:gd name="connsiteY21" fmla="*/ 2400377 h 3547747"/>
              <a:gd name="connsiteX22" fmla="*/ 1543047 w 7345048"/>
              <a:gd name="connsiteY22" fmla="*/ 0 h 3547747"/>
              <a:gd name="connsiteX23" fmla="*/ 7061324 w 7345048"/>
              <a:gd name="connsiteY23" fmla="*/ 0 h 3547747"/>
              <a:gd name="connsiteX24" fmla="*/ 7344993 w 7345048"/>
              <a:gd name="connsiteY24" fmla="*/ 283813 h 3547747"/>
              <a:gd name="connsiteX25" fmla="*/ 7344993 w 7345048"/>
              <a:gd name="connsiteY25" fmla="*/ 1348098 h 3547747"/>
              <a:gd name="connsiteX26" fmla="*/ 6987365 w 7345048"/>
              <a:gd name="connsiteY26" fmla="*/ 1768235 h 354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345048" h="3547747">
                <a:moveTo>
                  <a:pt x="6987421" y="1768235"/>
                </a:moveTo>
                <a:cubicBezTo>
                  <a:pt x="6981141" y="1769245"/>
                  <a:pt x="6981141" y="1777941"/>
                  <a:pt x="6987421" y="1778951"/>
                </a:cubicBezTo>
                <a:cubicBezTo>
                  <a:pt x="7190010" y="1811433"/>
                  <a:pt x="7345049" y="1987364"/>
                  <a:pt x="7345049" y="2199593"/>
                </a:cubicBezTo>
                <a:lnTo>
                  <a:pt x="7345049" y="3263878"/>
                </a:lnTo>
                <a:cubicBezTo>
                  <a:pt x="7345049" y="3421072"/>
                  <a:pt x="7217933" y="3547747"/>
                  <a:pt x="7061380" y="3547747"/>
                </a:cubicBezTo>
                <a:lnTo>
                  <a:pt x="4731305" y="3547747"/>
                </a:lnTo>
                <a:lnTo>
                  <a:pt x="4731305" y="1899286"/>
                </a:lnTo>
                <a:lnTo>
                  <a:pt x="6375955" y="1899286"/>
                </a:lnTo>
                <a:lnTo>
                  <a:pt x="6375955" y="1648965"/>
                </a:lnTo>
                <a:lnTo>
                  <a:pt x="4481168" y="1648965"/>
                </a:lnTo>
                <a:lnTo>
                  <a:pt x="4481168" y="3547747"/>
                </a:lnTo>
                <a:lnTo>
                  <a:pt x="2958643" y="3547747"/>
                </a:lnTo>
                <a:lnTo>
                  <a:pt x="2958643" y="1648965"/>
                </a:lnTo>
                <a:lnTo>
                  <a:pt x="2708449" y="1648965"/>
                </a:lnTo>
                <a:lnTo>
                  <a:pt x="2708449" y="3547747"/>
                </a:lnTo>
                <a:lnTo>
                  <a:pt x="283669" y="3547747"/>
                </a:lnTo>
                <a:cubicBezTo>
                  <a:pt x="127059" y="3547747"/>
                  <a:pt x="0" y="3421128"/>
                  <a:pt x="0" y="3263878"/>
                </a:cubicBezTo>
                <a:lnTo>
                  <a:pt x="0" y="283813"/>
                </a:lnTo>
                <a:cubicBezTo>
                  <a:pt x="0" y="127068"/>
                  <a:pt x="127003" y="0"/>
                  <a:pt x="283669" y="0"/>
                </a:cubicBezTo>
                <a:lnTo>
                  <a:pt x="1292854" y="0"/>
                </a:lnTo>
                <a:lnTo>
                  <a:pt x="1292854" y="2400377"/>
                </a:lnTo>
                <a:lnTo>
                  <a:pt x="1543047" y="2400377"/>
                </a:lnTo>
                <a:lnTo>
                  <a:pt x="1543047" y="0"/>
                </a:lnTo>
                <a:lnTo>
                  <a:pt x="7061324" y="0"/>
                </a:lnTo>
                <a:cubicBezTo>
                  <a:pt x="7217990" y="0"/>
                  <a:pt x="7344993" y="127068"/>
                  <a:pt x="7344993" y="283813"/>
                </a:cubicBezTo>
                <a:lnTo>
                  <a:pt x="7344993" y="1348098"/>
                </a:lnTo>
                <a:cubicBezTo>
                  <a:pt x="7344993" y="1560270"/>
                  <a:pt x="7189954" y="1735809"/>
                  <a:pt x="6987365" y="1768235"/>
                </a:cubicBezTo>
                <a:close/>
              </a:path>
            </a:pathLst>
          </a:custGeom>
          <a:solidFill>
            <a:schemeClr val="bg1">
              <a:lumMod val="95000"/>
            </a:schemeClr>
          </a:solidFill>
          <a:ln w="5606" cap="flat">
            <a:noFill/>
            <a:prstDash val="solid"/>
            <a:miter/>
          </a:ln>
        </p:spPr>
        <p:txBody>
          <a:bodyPr rtlCol="0" anchor="ctr"/>
          <a:lstStyle/>
          <a:p>
            <a:endParaRPr lang="es-CO"/>
          </a:p>
        </p:txBody>
      </p:sp>
    </p:spTree>
    <p:extLst>
      <p:ext uri="{BB962C8B-B14F-4D97-AF65-F5344CB8AC3E}">
        <p14:creationId xmlns:p14="http://schemas.microsoft.com/office/powerpoint/2010/main" val="795855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D5682C15-67C8-D9CD-98CB-A2E64AB08BD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6743369" y="2464179"/>
            <a:ext cx="2112431" cy="1488434"/>
          </a:xfrm>
          <a:prstGeom prst="rect">
            <a:avLst/>
          </a:prstGeom>
        </p:spPr>
      </p:pic>
      <p:pic>
        <p:nvPicPr>
          <p:cNvPr id="11" name="Imagen 10">
            <a:extLst>
              <a:ext uri="{FF2B5EF4-FFF2-40B4-BE49-F238E27FC236}">
                <a16:creationId xmlns:a16="http://schemas.microsoft.com/office/drawing/2014/main" id="{E5AE9343-8BD3-4009-4B4F-EDC543B16F36}"/>
              </a:ext>
            </a:extLst>
          </p:cNvPr>
          <p:cNvPicPr/>
          <p:nvPr userDrawn="1"/>
        </p:nvPicPr>
        <p:blipFill>
          <a:blip r:embed="rId3"/>
          <a:stretch>
            <a:fillRect/>
          </a:stretch>
        </p:blipFill>
        <p:spPr>
          <a:xfrm>
            <a:off x="10890913" y="3116645"/>
            <a:ext cx="850900" cy="838200"/>
          </a:xfrm>
          <a:prstGeom prst="rect">
            <a:avLst/>
          </a:prstGeom>
        </p:spPr>
      </p:pic>
      <p:sp>
        <p:nvSpPr>
          <p:cNvPr id="3" name="Marcador de fecha 2">
            <a:extLst>
              <a:ext uri="{FF2B5EF4-FFF2-40B4-BE49-F238E27FC236}">
                <a16:creationId xmlns:a16="http://schemas.microsoft.com/office/drawing/2014/main" id="{6FE0C2D5-CD19-853F-7866-58780F1E7FC1}"/>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7FE03319-1ADC-5686-2B5C-1BB549667E9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3660D72-69E8-4B55-7049-F808E1A96847}"/>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ángulo 5">
            <a:extLst>
              <a:ext uri="{FF2B5EF4-FFF2-40B4-BE49-F238E27FC236}">
                <a16:creationId xmlns:a16="http://schemas.microsoft.com/office/drawing/2014/main" id="{508301E0-3B0C-66C6-7EC7-88C397E3AB11}"/>
              </a:ext>
            </a:extLst>
          </p:cNvPr>
          <p:cNvSpPr/>
          <p:nvPr userDrawn="1"/>
        </p:nvSpPr>
        <p:spPr>
          <a:xfrm>
            <a:off x="0" y="0"/>
            <a:ext cx="6096000" cy="6858000"/>
          </a:xfrm>
          <a:prstGeom prst="rect">
            <a:avLst/>
          </a:prstGeom>
          <a:solidFill>
            <a:srgbClr val="2CB5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624929E5-577B-46EE-5B6C-687B82079A80}"/>
              </a:ext>
            </a:extLst>
          </p:cNvPr>
          <p:cNvPicPr/>
          <p:nvPr userDrawn="1"/>
        </p:nvPicPr>
        <p:blipFill rotWithShape="1">
          <a:blip r:embed="rId4" cstate="screen">
            <a:extLst>
              <a:ext uri="{28A0092B-C50C-407E-A947-70E740481C1C}">
                <a14:useLocalDpi xmlns:a14="http://schemas.microsoft.com/office/drawing/2010/main"/>
              </a:ext>
            </a:extLst>
          </a:blip>
          <a:srcRect r="31137" b="30387"/>
          <a:stretch/>
        </p:blipFill>
        <p:spPr>
          <a:xfrm rot="16200000">
            <a:off x="4570169" y="-388313"/>
            <a:ext cx="1137522" cy="1914146"/>
          </a:xfrm>
          <a:prstGeom prst="rect">
            <a:avLst/>
          </a:prstGeom>
        </p:spPr>
      </p:pic>
      <p:sp>
        <p:nvSpPr>
          <p:cNvPr id="9" name="Título 8">
            <a:extLst>
              <a:ext uri="{FF2B5EF4-FFF2-40B4-BE49-F238E27FC236}">
                <a16:creationId xmlns:a16="http://schemas.microsoft.com/office/drawing/2014/main" id="{AD32EE27-5938-8044-4E03-502AA399682A}"/>
              </a:ext>
            </a:extLst>
          </p:cNvPr>
          <p:cNvSpPr>
            <a:spLocks noGrp="1"/>
          </p:cNvSpPr>
          <p:nvPr>
            <p:ph type="title"/>
          </p:nvPr>
        </p:nvSpPr>
        <p:spPr>
          <a:xfrm>
            <a:off x="231914" y="543002"/>
            <a:ext cx="3949943" cy="1325563"/>
          </a:xfrm>
        </p:spPr>
        <p:txBody>
          <a:bodyPr/>
          <a:lstStyle>
            <a:lvl1pPr marL="0" algn="l" defTabSz="914400" rtl="0" eaLnBrk="1" latinLnBrk="0" hangingPunct="1">
              <a:defRPr lang="es-CO" sz="3200" kern="1200" dirty="0">
                <a:solidFill>
                  <a:srgbClr val="2C4293"/>
                </a:solidFill>
                <a:latin typeface="Impact" panose="020B0806030902050204" pitchFamily="34" charset="0"/>
                <a:ea typeface="+mn-ea"/>
                <a:cs typeface="+mn-cs"/>
              </a:defRPr>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3273800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y objetos">
    <p:bg>
      <p:bgPr>
        <a:solidFill>
          <a:srgbClr val="09855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70CA2C-0D4A-5C78-9705-04CB33A64DB5}"/>
              </a:ext>
            </a:extLst>
          </p:cNvPr>
          <p:cNvSpPr>
            <a:spLocks noGrp="1"/>
          </p:cNvSpPr>
          <p:nvPr>
            <p:ph type="title"/>
          </p:nvPr>
        </p:nvSpPr>
        <p:spPr/>
        <p:txBody>
          <a:bodyPr/>
          <a:lstStyle>
            <a:lvl1pPr algn="ctr">
              <a:defRPr lang="es-CO" sz="4000" kern="1200" dirty="0">
                <a:solidFill>
                  <a:schemeClr val="bg1"/>
                </a:solidFill>
                <a:latin typeface="Impact" panose="020B0806030902050204" pitchFamily="34" charset="0"/>
                <a:ea typeface="Russo One"/>
                <a:cs typeface="Russo One"/>
              </a:defRPr>
            </a:lvl1pPr>
          </a:lstStyle>
          <a:p>
            <a:r>
              <a:rPr lang="es-ES" dirty="0"/>
              <a:t>Haga clic para modificar el estilo de título del patrón</a:t>
            </a:r>
            <a:endParaRPr lang="es-CO" dirty="0"/>
          </a:p>
        </p:txBody>
      </p:sp>
      <p:sp>
        <p:nvSpPr>
          <p:cNvPr id="3" name="Marcador de contenido 2">
            <a:extLst>
              <a:ext uri="{FF2B5EF4-FFF2-40B4-BE49-F238E27FC236}">
                <a16:creationId xmlns:a16="http://schemas.microsoft.com/office/drawing/2014/main" id="{78A77F11-075F-29D9-E61C-D9CA06A9F862}"/>
              </a:ext>
            </a:extLst>
          </p:cNvPr>
          <p:cNvSpPr>
            <a:spLocks noGrp="1"/>
          </p:cNvSpPr>
          <p:nvPr>
            <p:ph idx="1"/>
          </p:nvPr>
        </p:nvSpPr>
        <p:spPr/>
        <p:txBody>
          <a:bodyPr/>
          <a:lstStyle/>
          <a:p>
            <a:pPr lvl="0"/>
            <a:endParaRPr lang="es-CO" dirty="0"/>
          </a:p>
        </p:txBody>
      </p:sp>
      <p:sp>
        <p:nvSpPr>
          <p:cNvPr id="4" name="Marcador de fecha 3">
            <a:extLst>
              <a:ext uri="{FF2B5EF4-FFF2-40B4-BE49-F238E27FC236}">
                <a16:creationId xmlns:a16="http://schemas.microsoft.com/office/drawing/2014/main" id="{DB1C80D1-745E-BAB0-E027-0BA17E3CC0EE}"/>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5" name="Marcador de pie de página 4">
            <a:extLst>
              <a:ext uri="{FF2B5EF4-FFF2-40B4-BE49-F238E27FC236}">
                <a16:creationId xmlns:a16="http://schemas.microsoft.com/office/drawing/2014/main" id="{3C31D377-B6E4-7FC2-6EA8-B66BFE2F74A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CAA83A5-94BA-164A-08E5-861DAD003411}"/>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7" name="Imagen 6">
            <a:extLst>
              <a:ext uri="{FF2B5EF4-FFF2-40B4-BE49-F238E27FC236}">
                <a16:creationId xmlns:a16="http://schemas.microsoft.com/office/drawing/2014/main" id="{E19E37C6-2541-37A6-DC84-D6CDDE56C2DB}"/>
              </a:ext>
            </a:extLst>
          </p:cNvPr>
          <p:cNvPicPr/>
          <p:nvPr userDrawn="1"/>
        </p:nvPicPr>
        <p:blipFill rotWithShape="1">
          <a:blip r:embed="rId2" cstate="screen">
            <a:extLst>
              <a:ext uri="{28A0092B-C50C-407E-A947-70E740481C1C}">
                <a14:useLocalDpi xmlns:a14="http://schemas.microsoft.com/office/drawing/2010/main"/>
              </a:ext>
            </a:extLst>
          </a:blip>
          <a:srcRect t="36834"/>
          <a:stretch/>
        </p:blipFill>
        <p:spPr>
          <a:xfrm>
            <a:off x="10761196" y="0"/>
            <a:ext cx="1430804" cy="1261810"/>
          </a:xfrm>
          <a:prstGeom prst="rect">
            <a:avLst/>
          </a:prstGeom>
        </p:spPr>
      </p:pic>
      <p:pic>
        <p:nvPicPr>
          <p:cNvPr id="8" name="Imagen 7">
            <a:extLst>
              <a:ext uri="{FF2B5EF4-FFF2-40B4-BE49-F238E27FC236}">
                <a16:creationId xmlns:a16="http://schemas.microsoft.com/office/drawing/2014/main" id="{FFF0D9D7-C1DC-E430-D818-4D9D3154021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599702" y="0"/>
            <a:ext cx="833330" cy="1203795"/>
          </a:xfrm>
          <a:prstGeom prst="rect">
            <a:avLst/>
          </a:prstGeom>
        </p:spPr>
      </p:pic>
      <p:pic>
        <p:nvPicPr>
          <p:cNvPr id="9" name="Imagen 8">
            <a:extLst>
              <a:ext uri="{FF2B5EF4-FFF2-40B4-BE49-F238E27FC236}">
                <a16:creationId xmlns:a16="http://schemas.microsoft.com/office/drawing/2014/main" id="{ECE9007B-7FFD-1E1E-2665-40444EDC7726}"/>
              </a:ext>
            </a:extLst>
          </p:cNvPr>
          <p:cNvPicPr/>
          <p:nvPr userDrawn="1"/>
        </p:nvPicPr>
        <p:blipFill rotWithShape="1">
          <a:blip r:embed="rId4" cstate="screen">
            <a:extLst>
              <a:ext uri="{28A0092B-C50C-407E-A947-70E740481C1C}">
                <a14:useLocalDpi xmlns:a14="http://schemas.microsoft.com/office/drawing/2010/main"/>
              </a:ext>
            </a:extLst>
          </a:blip>
          <a:srcRect t="10051" b="-708"/>
          <a:stretch/>
        </p:blipFill>
        <p:spPr>
          <a:xfrm rot="10800000">
            <a:off x="6288471" y="5726942"/>
            <a:ext cx="2669055" cy="1131057"/>
          </a:xfrm>
          <a:prstGeom prst="rect">
            <a:avLst/>
          </a:prstGeom>
        </p:spPr>
      </p:pic>
      <p:pic>
        <p:nvPicPr>
          <p:cNvPr id="10" name="Imagen 9">
            <a:extLst>
              <a:ext uri="{FF2B5EF4-FFF2-40B4-BE49-F238E27FC236}">
                <a16:creationId xmlns:a16="http://schemas.microsoft.com/office/drawing/2014/main" id="{4640B18E-E6D2-7BFF-7A7B-93533469D18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rot="5400000">
            <a:off x="746353" y="5560464"/>
            <a:ext cx="833330" cy="1203795"/>
          </a:xfrm>
          <a:prstGeom prst="rect">
            <a:avLst/>
          </a:prstGeom>
        </p:spPr>
      </p:pic>
    </p:spTree>
    <p:extLst>
      <p:ext uri="{BB962C8B-B14F-4D97-AF65-F5344CB8AC3E}">
        <p14:creationId xmlns:p14="http://schemas.microsoft.com/office/powerpoint/2010/main" val="1340027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Diseño personalizado">
    <p:bg>
      <p:bgPr>
        <a:solidFill>
          <a:srgbClr val="2C4293"/>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C4800060-BF2A-72B3-0F23-E0D88B63E56D}"/>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EBBC6075-8F51-5E75-901E-C5C71CEA287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2922B5E-197F-6095-04B7-C939FF39C6A1}"/>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6" name="Imagen 5">
            <a:extLst>
              <a:ext uri="{FF2B5EF4-FFF2-40B4-BE49-F238E27FC236}">
                <a16:creationId xmlns:a16="http://schemas.microsoft.com/office/drawing/2014/main" id="{225CAE76-A8B2-622F-5E8B-B09D83ADF858}"/>
              </a:ext>
            </a:extLst>
          </p:cNvPr>
          <p:cNvPicPr/>
          <p:nvPr userDrawn="1"/>
        </p:nvPicPr>
        <p:blipFill rotWithShape="1">
          <a:blip r:embed="rId2" cstate="screen">
            <a:extLst>
              <a:ext uri="{28A0092B-C50C-407E-A947-70E740481C1C}">
                <a14:useLocalDpi xmlns:a14="http://schemas.microsoft.com/office/drawing/2010/main"/>
              </a:ext>
            </a:extLst>
          </a:blip>
          <a:srcRect l="51634" t="68786"/>
          <a:stretch/>
        </p:blipFill>
        <p:spPr>
          <a:xfrm>
            <a:off x="8432800" y="4975778"/>
            <a:ext cx="3759200" cy="1882222"/>
          </a:xfrm>
          <a:prstGeom prst="rect">
            <a:avLst/>
          </a:prstGeom>
        </p:spPr>
      </p:pic>
      <p:pic>
        <p:nvPicPr>
          <p:cNvPr id="7" name="Imagen 6">
            <a:extLst>
              <a:ext uri="{FF2B5EF4-FFF2-40B4-BE49-F238E27FC236}">
                <a16:creationId xmlns:a16="http://schemas.microsoft.com/office/drawing/2014/main" id="{89FDA2B7-9FC1-F075-4110-287763DAA402}"/>
              </a:ext>
            </a:extLst>
          </p:cNvPr>
          <p:cNvPicPr/>
          <p:nvPr userDrawn="1"/>
        </p:nvPicPr>
        <p:blipFill rotWithShape="1">
          <a:blip r:embed="rId2" cstate="screen">
            <a:extLst>
              <a:ext uri="{28A0092B-C50C-407E-A947-70E740481C1C}">
                <a14:useLocalDpi xmlns:a14="http://schemas.microsoft.com/office/drawing/2010/main"/>
              </a:ext>
            </a:extLst>
          </a:blip>
          <a:srcRect l="61128" b="27270"/>
          <a:stretch/>
        </p:blipFill>
        <p:spPr>
          <a:xfrm>
            <a:off x="9170760" y="0"/>
            <a:ext cx="3021240" cy="4385733"/>
          </a:xfrm>
          <a:prstGeom prst="rect">
            <a:avLst/>
          </a:prstGeom>
        </p:spPr>
      </p:pic>
      <p:pic>
        <p:nvPicPr>
          <p:cNvPr id="8" name="Imagen 7">
            <a:extLst>
              <a:ext uri="{FF2B5EF4-FFF2-40B4-BE49-F238E27FC236}">
                <a16:creationId xmlns:a16="http://schemas.microsoft.com/office/drawing/2014/main" id="{3E179C08-D09E-228D-E4B7-269526DFF651}"/>
              </a:ext>
            </a:extLst>
          </p:cNvPr>
          <p:cNvPicPr/>
          <p:nvPr userDrawn="1"/>
        </p:nvPicPr>
        <p:blipFill rotWithShape="1">
          <a:blip r:embed="rId2" cstate="screen">
            <a:extLst>
              <a:ext uri="{28A0092B-C50C-407E-A947-70E740481C1C}">
                <a14:useLocalDpi xmlns:a14="http://schemas.microsoft.com/office/drawing/2010/main"/>
              </a:ext>
            </a:extLst>
          </a:blip>
          <a:srcRect t="48881" r="46342"/>
          <a:stretch/>
        </p:blipFill>
        <p:spPr>
          <a:xfrm>
            <a:off x="-38780" y="3775449"/>
            <a:ext cx="4170513" cy="3082551"/>
          </a:xfrm>
          <a:prstGeom prst="rect">
            <a:avLst/>
          </a:prstGeom>
        </p:spPr>
      </p:pic>
      <p:pic>
        <p:nvPicPr>
          <p:cNvPr id="9" name="Imagen 8">
            <a:extLst>
              <a:ext uri="{FF2B5EF4-FFF2-40B4-BE49-F238E27FC236}">
                <a16:creationId xmlns:a16="http://schemas.microsoft.com/office/drawing/2014/main" id="{BF515C93-1049-D653-D4C0-D421297B5249}"/>
              </a:ext>
            </a:extLst>
          </p:cNvPr>
          <p:cNvPicPr/>
          <p:nvPr userDrawn="1"/>
        </p:nvPicPr>
        <p:blipFill>
          <a:blip r:embed="rId3"/>
          <a:stretch>
            <a:fillRect/>
          </a:stretch>
        </p:blipFill>
        <p:spPr>
          <a:xfrm>
            <a:off x="1271776" y="955691"/>
            <a:ext cx="774700" cy="838200"/>
          </a:xfrm>
          <a:prstGeom prst="rect">
            <a:avLst/>
          </a:prstGeom>
        </p:spPr>
      </p:pic>
    </p:spTree>
    <p:extLst>
      <p:ext uri="{BB962C8B-B14F-4D97-AF65-F5344CB8AC3E}">
        <p14:creationId xmlns:p14="http://schemas.microsoft.com/office/powerpoint/2010/main" val="659646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D739A144-B697-5490-1D3D-21F30F541576}"/>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227DA4BF-7E0C-3BD6-A126-68AB1399728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7F73A00-B780-DF38-6AEF-00376FEC6A88}"/>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7" name="Imagen 6">
            <a:extLst>
              <a:ext uri="{FF2B5EF4-FFF2-40B4-BE49-F238E27FC236}">
                <a16:creationId xmlns:a16="http://schemas.microsoft.com/office/drawing/2014/main" id="{6B527A4D-5968-9479-59CC-4324C3C6DFF2}"/>
              </a:ext>
            </a:extLst>
          </p:cNvPr>
          <p:cNvPicPr/>
          <p:nvPr userDrawn="1"/>
        </p:nvPicPr>
        <p:blipFill rotWithShape="1">
          <a:blip r:embed="rId2" cstate="screen">
            <a:extLst>
              <a:ext uri="{28A0092B-C50C-407E-A947-70E740481C1C}">
                <a14:useLocalDpi xmlns:a14="http://schemas.microsoft.com/office/drawing/2010/main"/>
              </a:ext>
            </a:extLst>
          </a:blip>
          <a:srcRect t="31350" r="72146"/>
          <a:stretch/>
        </p:blipFill>
        <p:spPr>
          <a:xfrm>
            <a:off x="0" y="2150231"/>
            <a:ext cx="3396247" cy="4708558"/>
          </a:xfrm>
          <a:prstGeom prst="rect">
            <a:avLst/>
          </a:prstGeom>
        </p:spPr>
      </p:pic>
      <p:pic>
        <p:nvPicPr>
          <p:cNvPr id="8" name="Imagen 7">
            <a:extLst>
              <a:ext uri="{FF2B5EF4-FFF2-40B4-BE49-F238E27FC236}">
                <a16:creationId xmlns:a16="http://schemas.microsoft.com/office/drawing/2014/main" id="{10076A60-C90D-90D1-2A1F-AFD1856224A4}"/>
              </a:ext>
            </a:extLst>
          </p:cNvPr>
          <p:cNvPicPr/>
          <p:nvPr userDrawn="1"/>
        </p:nvPicPr>
        <p:blipFill rotWithShape="1">
          <a:blip r:embed="rId3" cstate="screen">
            <a:extLst>
              <a:ext uri="{28A0092B-C50C-407E-A947-70E740481C1C}">
                <a14:useLocalDpi xmlns:a14="http://schemas.microsoft.com/office/drawing/2010/main"/>
              </a:ext>
            </a:extLst>
          </a:blip>
          <a:srcRect t="15182"/>
          <a:stretch/>
        </p:blipFill>
        <p:spPr>
          <a:xfrm>
            <a:off x="4385974" y="-7861"/>
            <a:ext cx="2494930" cy="988624"/>
          </a:xfrm>
          <a:prstGeom prst="rect">
            <a:avLst/>
          </a:prstGeom>
        </p:spPr>
      </p:pic>
      <p:pic>
        <p:nvPicPr>
          <p:cNvPr id="9" name="Imagen 8">
            <a:extLst>
              <a:ext uri="{FF2B5EF4-FFF2-40B4-BE49-F238E27FC236}">
                <a16:creationId xmlns:a16="http://schemas.microsoft.com/office/drawing/2014/main" id="{9572887B-90CF-40EA-32BB-32043C2F31D8}"/>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rot="16200000">
            <a:off x="4811347" y="4274972"/>
            <a:ext cx="786988" cy="1246064"/>
          </a:xfrm>
          <a:prstGeom prst="rect">
            <a:avLst/>
          </a:prstGeom>
        </p:spPr>
      </p:pic>
    </p:spTree>
    <p:extLst>
      <p:ext uri="{BB962C8B-B14F-4D97-AF65-F5344CB8AC3E}">
        <p14:creationId xmlns:p14="http://schemas.microsoft.com/office/powerpoint/2010/main" val="36823168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B3BC949F-DA44-4A58-B1D3-CA13BA0C5961}"/>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7A093BA6-FB6D-8EEA-BCF8-F657EEE8E0C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F010C80-4966-3965-B789-12442D893AC8}"/>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ángulo 5">
            <a:extLst>
              <a:ext uri="{FF2B5EF4-FFF2-40B4-BE49-F238E27FC236}">
                <a16:creationId xmlns:a16="http://schemas.microsoft.com/office/drawing/2014/main" id="{D8886A96-00AF-CC04-9432-26DFED088484}"/>
              </a:ext>
            </a:extLst>
          </p:cNvPr>
          <p:cNvSpPr/>
          <p:nvPr userDrawn="1"/>
        </p:nvSpPr>
        <p:spPr>
          <a:xfrm>
            <a:off x="0" y="0"/>
            <a:ext cx="6096000" cy="6858000"/>
          </a:xfrm>
          <a:prstGeom prst="rect">
            <a:avLst/>
          </a:prstGeom>
          <a:solidFill>
            <a:srgbClr val="2C4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929C69A1-7757-DA94-D82F-CC3E629E0719}"/>
              </a:ext>
            </a:extLst>
          </p:cNvPr>
          <p:cNvPicPr/>
          <p:nvPr userDrawn="1"/>
        </p:nvPicPr>
        <p:blipFill rotWithShape="1">
          <a:blip r:embed="rId2" cstate="screen">
            <a:extLst>
              <a:ext uri="{28A0092B-C50C-407E-A947-70E740481C1C}">
                <a14:useLocalDpi xmlns:a14="http://schemas.microsoft.com/office/drawing/2010/main"/>
              </a:ext>
            </a:extLst>
          </a:blip>
          <a:srcRect t="24483"/>
          <a:stretch/>
        </p:blipFill>
        <p:spPr>
          <a:xfrm>
            <a:off x="751519" y="13039"/>
            <a:ext cx="2419273" cy="1287294"/>
          </a:xfrm>
          <a:prstGeom prst="rect">
            <a:avLst/>
          </a:prstGeom>
        </p:spPr>
      </p:pic>
      <p:pic>
        <p:nvPicPr>
          <p:cNvPr id="8" name="Imagen 7">
            <a:extLst>
              <a:ext uri="{FF2B5EF4-FFF2-40B4-BE49-F238E27FC236}">
                <a16:creationId xmlns:a16="http://schemas.microsoft.com/office/drawing/2014/main" id="{09D676E7-C0BC-B809-7C15-4A7A081670B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4382450" y="5682697"/>
            <a:ext cx="1713550" cy="812751"/>
          </a:xfrm>
          <a:prstGeom prst="rect">
            <a:avLst/>
          </a:prstGeom>
        </p:spPr>
      </p:pic>
      <p:pic>
        <p:nvPicPr>
          <p:cNvPr id="9" name="Imagen 8">
            <a:extLst>
              <a:ext uri="{FF2B5EF4-FFF2-40B4-BE49-F238E27FC236}">
                <a16:creationId xmlns:a16="http://schemas.microsoft.com/office/drawing/2014/main" id="{819F74BB-EFCD-65C7-02D7-375BD5A526EA}"/>
              </a:ext>
            </a:extLst>
          </p:cNvPr>
          <p:cNvPicPr/>
          <p:nvPr userDrawn="1"/>
        </p:nvPicPr>
        <p:blipFill>
          <a:blip r:embed="rId4"/>
          <a:stretch>
            <a:fillRect/>
          </a:stretch>
        </p:blipFill>
        <p:spPr>
          <a:xfrm>
            <a:off x="5559396" y="358737"/>
            <a:ext cx="774700" cy="838200"/>
          </a:xfrm>
          <a:prstGeom prst="rect">
            <a:avLst/>
          </a:prstGeom>
        </p:spPr>
      </p:pic>
    </p:spTree>
    <p:extLst>
      <p:ext uri="{BB962C8B-B14F-4D97-AF65-F5344CB8AC3E}">
        <p14:creationId xmlns:p14="http://schemas.microsoft.com/office/powerpoint/2010/main" val="2201206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Diseño personalizado">
    <p:bg>
      <p:bgPr>
        <a:solidFill>
          <a:srgbClr val="2C4293"/>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F99813C-7619-F1F8-8DE0-EF8319A9D49A}"/>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AA18C052-2113-33D7-951F-F703C9EA1A4C}"/>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3DA3945-816D-9C6E-C4EA-60FB493A0850}"/>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angle 40">
            <a:extLst>
              <a:ext uri="{FF2B5EF4-FFF2-40B4-BE49-F238E27FC236}">
                <a16:creationId xmlns:a16="http://schemas.microsoft.com/office/drawing/2014/main" id="{3E37D973-FDF2-175C-5424-11653A2D1028}"/>
              </a:ext>
            </a:extLst>
          </p:cNvPr>
          <p:cNvSpPr/>
          <p:nvPr userDrawn="1"/>
        </p:nvSpPr>
        <p:spPr>
          <a:xfrm>
            <a:off x="8244952" y="0"/>
            <a:ext cx="3947048" cy="6858000"/>
          </a:xfrm>
          <a:prstGeom prst="rect">
            <a:avLst/>
          </a:prstGeom>
          <a:solidFill>
            <a:srgbClr val="2CB5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6A8CC564-5795-2509-039A-04AF10E51729}"/>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0814304" y="0"/>
            <a:ext cx="1377696" cy="1930106"/>
          </a:xfrm>
          <a:prstGeom prst="rect">
            <a:avLst/>
          </a:prstGeom>
        </p:spPr>
      </p:pic>
      <p:pic>
        <p:nvPicPr>
          <p:cNvPr id="8" name="Imagen 7">
            <a:extLst>
              <a:ext uri="{FF2B5EF4-FFF2-40B4-BE49-F238E27FC236}">
                <a16:creationId xmlns:a16="http://schemas.microsoft.com/office/drawing/2014/main" id="{B29A697B-164B-60A6-4724-F73055D63AC1}"/>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6036625" y="4931223"/>
            <a:ext cx="3031462" cy="1920595"/>
          </a:xfrm>
          <a:prstGeom prst="rect">
            <a:avLst/>
          </a:prstGeom>
        </p:spPr>
      </p:pic>
      <p:pic>
        <p:nvPicPr>
          <p:cNvPr id="9" name="Imagen 8">
            <a:extLst>
              <a:ext uri="{FF2B5EF4-FFF2-40B4-BE49-F238E27FC236}">
                <a16:creationId xmlns:a16="http://schemas.microsoft.com/office/drawing/2014/main" id="{0CD602E3-7745-660D-105F-592F4D30D87D}"/>
              </a:ext>
            </a:extLst>
          </p:cNvPr>
          <p:cNvPicPr/>
          <p:nvPr userDrawn="1"/>
        </p:nvPicPr>
        <p:blipFill rotWithShape="1">
          <a:blip r:embed="rId4" cstate="screen">
            <a:extLst>
              <a:ext uri="{28A0092B-C50C-407E-A947-70E740481C1C}">
                <a14:useLocalDpi xmlns:a14="http://schemas.microsoft.com/office/drawing/2010/main"/>
              </a:ext>
            </a:extLst>
          </a:blip>
          <a:srcRect l="51634" t="68786"/>
          <a:stretch/>
        </p:blipFill>
        <p:spPr>
          <a:xfrm>
            <a:off x="3735580" y="118904"/>
            <a:ext cx="2700723" cy="1352245"/>
          </a:xfrm>
          <a:prstGeom prst="rect">
            <a:avLst/>
          </a:prstGeom>
        </p:spPr>
      </p:pic>
    </p:spTree>
    <p:extLst>
      <p:ext uri="{BB962C8B-B14F-4D97-AF65-F5344CB8AC3E}">
        <p14:creationId xmlns:p14="http://schemas.microsoft.com/office/powerpoint/2010/main" val="4671629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Diseño personalizado">
    <p:bg>
      <p:bgPr>
        <a:solidFill>
          <a:srgbClr val="2C4293"/>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5734184-4B88-3B62-69C0-8A9D82979A07}"/>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BDF5F319-859C-3B83-E6CC-AAC4F6D1DD2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D16666A-AE7E-D754-927B-F9746A7977A2}"/>
              </a:ext>
            </a:extLst>
          </p:cNvPr>
          <p:cNvSpPr>
            <a:spLocks noGrp="1"/>
          </p:cNvSpPr>
          <p:nvPr>
            <p:ph type="sldNum" sz="quarter" idx="12"/>
          </p:nvPr>
        </p:nvSpPr>
        <p:spPr/>
        <p:txBody>
          <a:bodyPr/>
          <a:lstStyle/>
          <a:p>
            <a:fld id="{0A5BAFFB-BFEA-47DB-960B-4CD1F881D8A0}" type="slidenum">
              <a:rPr lang="es-CO" smtClean="0"/>
              <a:t>‹Nº›</a:t>
            </a:fld>
            <a:endParaRPr lang="es-CO"/>
          </a:p>
        </p:txBody>
      </p:sp>
      <p:pic>
        <p:nvPicPr>
          <p:cNvPr id="6" name="Imagen 5">
            <a:extLst>
              <a:ext uri="{FF2B5EF4-FFF2-40B4-BE49-F238E27FC236}">
                <a16:creationId xmlns:a16="http://schemas.microsoft.com/office/drawing/2014/main" id="{9C54614B-10E5-B679-3A3B-70744E1530B5}"/>
              </a:ext>
            </a:extLst>
          </p:cNvPr>
          <p:cNvPicPr/>
          <p:nvPr userDrawn="1"/>
        </p:nvPicPr>
        <p:blipFill rotWithShape="1">
          <a:blip r:embed="rId2" cstate="screen">
            <a:extLst>
              <a:ext uri="{28A0092B-C50C-407E-A947-70E740481C1C}">
                <a14:useLocalDpi xmlns:a14="http://schemas.microsoft.com/office/drawing/2010/main"/>
              </a:ext>
            </a:extLst>
          </a:blip>
          <a:srcRect t="38582"/>
          <a:stretch/>
        </p:blipFill>
        <p:spPr>
          <a:xfrm rot="10800000">
            <a:off x="2834626" y="5812680"/>
            <a:ext cx="2419273" cy="1046956"/>
          </a:xfrm>
          <a:prstGeom prst="rect">
            <a:avLst/>
          </a:prstGeom>
        </p:spPr>
      </p:pic>
      <p:pic>
        <p:nvPicPr>
          <p:cNvPr id="7" name="Imagen 6">
            <a:extLst>
              <a:ext uri="{FF2B5EF4-FFF2-40B4-BE49-F238E27FC236}">
                <a16:creationId xmlns:a16="http://schemas.microsoft.com/office/drawing/2014/main" id="{F021DBCB-CCA7-CA76-18CE-C92E57646E47}"/>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849263" y="589847"/>
            <a:ext cx="1342737" cy="812751"/>
          </a:xfrm>
          <a:prstGeom prst="rect">
            <a:avLst/>
          </a:prstGeom>
        </p:spPr>
      </p:pic>
      <p:pic>
        <p:nvPicPr>
          <p:cNvPr id="8" name="Imagen 7">
            <a:extLst>
              <a:ext uri="{FF2B5EF4-FFF2-40B4-BE49-F238E27FC236}">
                <a16:creationId xmlns:a16="http://schemas.microsoft.com/office/drawing/2014/main" id="{989727D7-FB74-C3F2-0987-9333814A57A9}"/>
              </a:ext>
            </a:extLst>
          </p:cNvPr>
          <p:cNvPicPr/>
          <p:nvPr userDrawn="1"/>
        </p:nvPicPr>
        <p:blipFill>
          <a:blip r:embed="rId4"/>
          <a:stretch>
            <a:fillRect/>
          </a:stretch>
        </p:blipFill>
        <p:spPr>
          <a:xfrm>
            <a:off x="724988" y="298949"/>
            <a:ext cx="774700" cy="838200"/>
          </a:xfrm>
          <a:prstGeom prst="rect">
            <a:avLst/>
          </a:prstGeom>
        </p:spPr>
      </p:pic>
    </p:spTree>
    <p:extLst>
      <p:ext uri="{BB962C8B-B14F-4D97-AF65-F5344CB8AC3E}">
        <p14:creationId xmlns:p14="http://schemas.microsoft.com/office/powerpoint/2010/main" val="112829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Diseño personalizado">
    <p:bg>
      <p:bgPr>
        <a:solidFill>
          <a:srgbClr val="2C4293"/>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367FCE9-A969-6DDA-41CF-7734703A0E54}"/>
              </a:ext>
            </a:extLst>
          </p:cNvPr>
          <p:cNvSpPr>
            <a:spLocks noGrp="1"/>
          </p:cNvSpPr>
          <p:nvPr>
            <p:ph type="dt" sz="half" idx="10"/>
          </p:nvPr>
        </p:nvSpPr>
        <p:spPr/>
        <p:txBody>
          <a:bodyPr/>
          <a:lstStyle/>
          <a:p>
            <a:fld id="{8AB95D06-EC48-4533-817B-453AF6AA5013}" type="datetimeFigureOut">
              <a:rPr lang="es-CO" smtClean="0"/>
              <a:t>22/07/2024</a:t>
            </a:fld>
            <a:endParaRPr lang="es-CO"/>
          </a:p>
        </p:txBody>
      </p:sp>
      <p:sp>
        <p:nvSpPr>
          <p:cNvPr id="4" name="Marcador de pie de página 3">
            <a:extLst>
              <a:ext uri="{FF2B5EF4-FFF2-40B4-BE49-F238E27FC236}">
                <a16:creationId xmlns:a16="http://schemas.microsoft.com/office/drawing/2014/main" id="{C8C76628-D594-529C-087D-170A2AD2FFD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755385F-F50A-E57F-B8AB-DDEDE3400352}"/>
              </a:ext>
            </a:extLst>
          </p:cNvPr>
          <p:cNvSpPr>
            <a:spLocks noGrp="1"/>
          </p:cNvSpPr>
          <p:nvPr>
            <p:ph type="sldNum" sz="quarter" idx="12"/>
          </p:nvPr>
        </p:nvSpPr>
        <p:spPr/>
        <p:txBody>
          <a:bodyPr/>
          <a:lstStyle/>
          <a:p>
            <a:fld id="{0A5BAFFB-BFEA-47DB-960B-4CD1F881D8A0}" type="slidenum">
              <a:rPr lang="es-CO" smtClean="0"/>
              <a:t>‹Nº›</a:t>
            </a:fld>
            <a:endParaRPr lang="es-CO"/>
          </a:p>
        </p:txBody>
      </p:sp>
      <p:sp>
        <p:nvSpPr>
          <p:cNvPr id="6" name="Rectángulo 5">
            <a:extLst>
              <a:ext uri="{FF2B5EF4-FFF2-40B4-BE49-F238E27FC236}">
                <a16:creationId xmlns:a16="http://schemas.microsoft.com/office/drawing/2014/main" id="{3356830E-879F-0D1C-DC3B-38F9B94F4BD7}"/>
              </a:ext>
            </a:extLst>
          </p:cNvPr>
          <p:cNvSpPr/>
          <p:nvPr userDrawn="1"/>
        </p:nvSpPr>
        <p:spPr>
          <a:xfrm>
            <a:off x="0" y="6181344"/>
            <a:ext cx="12192000" cy="676656"/>
          </a:xfrm>
          <a:prstGeom prst="rect">
            <a:avLst/>
          </a:prstGeom>
          <a:solidFill>
            <a:srgbClr val="2CB5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descr="Interfaz de usuario gráfica, Texto, Aplicación&#10;&#10;Descripción generada automáticamente">
            <a:extLst>
              <a:ext uri="{FF2B5EF4-FFF2-40B4-BE49-F238E27FC236}">
                <a16:creationId xmlns:a16="http://schemas.microsoft.com/office/drawing/2014/main" id="{23A6BA29-11B6-FB8F-98C8-0A2CDF8F8431}"/>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2618508" y="6015435"/>
            <a:ext cx="6954983" cy="1008473"/>
          </a:xfrm>
          <a:prstGeom prst="rect">
            <a:avLst/>
          </a:prstGeom>
        </p:spPr>
      </p:pic>
      <p:sp>
        <p:nvSpPr>
          <p:cNvPr id="8" name="CuadroTexto 7">
            <a:extLst>
              <a:ext uri="{FF2B5EF4-FFF2-40B4-BE49-F238E27FC236}">
                <a16:creationId xmlns:a16="http://schemas.microsoft.com/office/drawing/2014/main" id="{8F23BC7E-166F-2C8F-0491-837534440982}"/>
              </a:ext>
            </a:extLst>
          </p:cNvPr>
          <p:cNvSpPr txBox="1"/>
          <p:nvPr userDrawn="1"/>
        </p:nvSpPr>
        <p:spPr>
          <a:xfrm>
            <a:off x="4674362" y="4885543"/>
            <a:ext cx="2843276" cy="861774"/>
          </a:xfrm>
          <a:prstGeom prst="rect">
            <a:avLst/>
          </a:prstGeom>
          <a:noFill/>
        </p:spPr>
        <p:txBody>
          <a:bodyPr wrap="square" rtlCol="0" anchor="ctr">
            <a:spAutoFit/>
          </a:bodyPr>
          <a:lstStyle/>
          <a:p>
            <a:pPr algn="ctr">
              <a:lnSpc>
                <a:spcPts val="6000"/>
              </a:lnSpc>
            </a:pPr>
            <a:r>
              <a:rPr lang="es-CO" sz="6000" dirty="0">
                <a:solidFill>
                  <a:schemeClr val="bg1"/>
                </a:solidFill>
                <a:latin typeface="Impact" panose="020B0806030902050204" pitchFamily="34" charset="0"/>
              </a:rPr>
              <a:t>Gracias</a:t>
            </a:r>
          </a:p>
        </p:txBody>
      </p:sp>
      <p:pic>
        <p:nvPicPr>
          <p:cNvPr id="9" name="Imagen 8">
            <a:extLst>
              <a:ext uri="{FF2B5EF4-FFF2-40B4-BE49-F238E27FC236}">
                <a16:creationId xmlns:a16="http://schemas.microsoft.com/office/drawing/2014/main" id="{EB43137B-17C1-78F4-146C-97B4F0FAF9E2}"/>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3689350" y="1674876"/>
            <a:ext cx="4813300" cy="2362200"/>
          </a:xfrm>
          <a:prstGeom prst="rect">
            <a:avLst/>
          </a:prstGeom>
        </p:spPr>
      </p:pic>
      <p:sp>
        <p:nvSpPr>
          <p:cNvPr id="10" name="CuadroTexto 9">
            <a:extLst>
              <a:ext uri="{FF2B5EF4-FFF2-40B4-BE49-F238E27FC236}">
                <a16:creationId xmlns:a16="http://schemas.microsoft.com/office/drawing/2014/main" id="{7FD55D66-C598-96BA-3CA5-3D1170E68412}"/>
              </a:ext>
            </a:extLst>
          </p:cNvPr>
          <p:cNvSpPr txBox="1"/>
          <p:nvPr userDrawn="1"/>
        </p:nvSpPr>
        <p:spPr>
          <a:xfrm>
            <a:off x="0" y="5747317"/>
            <a:ext cx="12192000" cy="215444"/>
          </a:xfrm>
          <a:prstGeom prst="rect">
            <a:avLst/>
          </a:prstGeom>
          <a:noFill/>
        </p:spPr>
        <p:txBody>
          <a:bodyPr wrap="square" rtlCol="0">
            <a:spAutoFit/>
          </a:bodyPr>
          <a:lstStyle/>
          <a:p>
            <a:pPr algn="ctr"/>
            <a:r>
              <a:rPr lang="es-CO" sz="800" dirty="0">
                <a:solidFill>
                  <a:schemeClr val="bg1"/>
                </a:solidFill>
              </a:rPr>
              <a:t>Copyright © 2023. Todos los derechos reservados Universidad Tecnológica de Bolívar.</a:t>
            </a:r>
          </a:p>
        </p:txBody>
      </p:sp>
    </p:spTree>
    <p:extLst>
      <p:ext uri="{BB962C8B-B14F-4D97-AF65-F5344CB8AC3E}">
        <p14:creationId xmlns:p14="http://schemas.microsoft.com/office/powerpoint/2010/main" val="2926344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B7E055C-EE96-A1A7-5F20-DBDA6E42C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4DE8CD45-B3F0-9CCA-C5CF-81433DAC31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4" name="Marcador de fecha 3">
            <a:extLst>
              <a:ext uri="{FF2B5EF4-FFF2-40B4-BE49-F238E27FC236}">
                <a16:creationId xmlns:a16="http://schemas.microsoft.com/office/drawing/2014/main" id="{31846BB9-0C89-57A7-1EC2-90B58D45EB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B95D06-EC48-4533-817B-453AF6AA5013}" type="datetimeFigureOut">
              <a:rPr lang="es-CO" smtClean="0"/>
              <a:t>22/07/2024</a:t>
            </a:fld>
            <a:endParaRPr lang="es-CO"/>
          </a:p>
        </p:txBody>
      </p:sp>
      <p:sp>
        <p:nvSpPr>
          <p:cNvPr id="5" name="Marcador de pie de página 4">
            <a:extLst>
              <a:ext uri="{FF2B5EF4-FFF2-40B4-BE49-F238E27FC236}">
                <a16:creationId xmlns:a16="http://schemas.microsoft.com/office/drawing/2014/main" id="{2505C29C-E517-A932-96F7-A1C31C1F79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AB6866F-55CF-3CA2-8719-78F8F2777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BAFFB-BFEA-47DB-960B-4CD1F881D8A0}" type="slidenum">
              <a:rPr lang="es-CO" smtClean="0"/>
              <a:t>‹Nº›</a:t>
            </a:fld>
            <a:endParaRPr lang="es-CO"/>
          </a:p>
        </p:txBody>
      </p:sp>
    </p:spTree>
    <p:extLst>
      <p:ext uri="{BB962C8B-B14F-4D97-AF65-F5344CB8AC3E}">
        <p14:creationId xmlns:p14="http://schemas.microsoft.com/office/powerpoint/2010/main" val="21724053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3" r:id="rId5"/>
    <p:sldLayoutId id="2147483674" r:id="rId6"/>
    <p:sldLayoutId id="2147483649" r:id="rId7"/>
    <p:sldLayoutId id="2147483655" r:id="rId8"/>
    <p:sldLayoutId id="2147483651" r:id="rId9"/>
    <p:sldLayoutId id="2147483654" r:id="rId10"/>
    <p:sldLayoutId id="2147483660" r:id="rId11"/>
    <p:sldLayoutId id="2147483657" r:id="rId12"/>
    <p:sldLayoutId id="2147483665" r:id="rId13"/>
    <p:sldLayoutId id="2147483666" r:id="rId14"/>
    <p:sldLayoutId id="2147483668" r:id="rId15"/>
    <p:sldLayoutId id="2147483667" r:id="rId16"/>
    <p:sldLayoutId id="2147483650" r:id="rId17"/>
    <p:sldLayoutId id="2147483669" r:id="rId18"/>
    <p:sldLayoutId id="2147483670" r:id="rId19"/>
    <p:sldLayoutId id="2147483671" r:id="rId20"/>
    <p:sldLayoutId id="2147483675" r:id="rId21"/>
    <p:sldLayoutId id="2147483676" r:id="rId22"/>
    <p:sldLayoutId id="2147483672" r:id="rId23"/>
  </p:sldLayoutIdLst>
  <p:txStyles>
    <p:titleStyle>
      <a:lvl1pPr algn="l" defTabSz="914400" rtl="0" eaLnBrk="1" latinLnBrk="0" hangingPunct="1">
        <a:lnSpc>
          <a:spcPct val="90000"/>
        </a:lnSpc>
        <a:spcBef>
          <a:spcPct val="0"/>
        </a:spcBef>
        <a:buNone/>
        <a:defRPr lang="es-CO" sz="4800" kern="1200" dirty="0">
          <a:solidFill>
            <a:srgbClr val="2C4293"/>
          </a:solidFill>
          <a:latin typeface="Impact" panose="020B0806030902050204" pitchFamily="34" charset="0"/>
          <a:ea typeface="+mn-ea"/>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15.emf"/><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0.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6" Type="http://schemas.openxmlformats.org/officeDocument/2006/relationships/image" Target="../media/image62.png"/><Relationship Id="rId21" Type="http://schemas.openxmlformats.org/officeDocument/2006/relationships/image" Target="../media/image57.png"/><Relationship Id="rId42" Type="http://schemas.openxmlformats.org/officeDocument/2006/relationships/image" Target="../media/image78.png"/><Relationship Id="rId47" Type="http://schemas.openxmlformats.org/officeDocument/2006/relationships/image" Target="../media/image83.png"/><Relationship Id="rId63" Type="http://schemas.openxmlformats.org/officeDocument/2006/relationships/image" Target="../media/image99.png"/><Relationship Id="rId68" Type="http://schemas.openxmlformats.org/officeDocument/2006/relationships/image" Target="../media/image104.png"/><Relationship Id="rId2" Type="http://schemas.openxmlformats.org/officeDocument/2006/relationships/image" Target="../media/image38.png"/><Relationship Id="rId16" Type="http://schemas.openxmlformats.org/officeDocument/2006/relationships/image" Target="../media/image52.png"/><Relationship Id="rId29" Type="http://schemas.openxmlformats.org/officeDocument/2006/relationships/image" Target="../media/image65.png"/><Relationship Id="rId11" Type="http://schemas.openxmlformats.org/officeDocument/2006/relationships/image" Target="../media/image47.png"/><Relationship Id="rId24" Type="http://schemas.openxmlformats.org/officeDocument/2006/relationships/image" Target="../media/image60.png"/><Relationship Id="rId32" Type="http://schemas.openxmlformats.org/officeDocument/2006/relationships/image" Target="../media/image68.png"/><Relationship Id="rId37" Type="http://schemas.openxmlformats.org/officeDocument/2006/relationships/image" Target="../media/image73.png"/><Relationship Id="rId40" Type="http://schemas.openxmlformats.org/officeDocument/2006/relationships/image" Target="../media/image76.png"/><Relationship Id="rId45" Type="http://schemas.openxmlformats.org/officeDocument/2006/relationships/image" Target="../media/image81.png"/><Relationship Id="rId53" Type="http://schemas.openxmlformats.org/officeDocument/2006/relationships/image" Target="../media/image89.png"/><Relationship Id="rId58" Type="http://schemas.openxmlformats.org/officeDocument/2006/relationships/image" Target="../media/image94.png"/><Relationship Id="rId66" Type="http://schemas.openxmlformats.org/officeDocument/2006/relationships/image" Target="../media/image102.png"/><Relationship Id="rId74" Type="http://schemas.openxmlformats.org/officeDocument/2006/relationships/image" Target="../media/image110.png"/><Relationship Id="rId5" Type="http://schemas.openxmlformats.org/officeDocument/2006/relationships/image" Target="../media/image41.png"/><Relationship Id="rId61" Type="http://schemas.openxmlformats.org/officeDocument/2006/relationships/image" Target="../media/image97.png"/><Relationship Id="rId19" Type="http://schemas.openxmlformats.org/officeDocument/2006/relationships/image" Target="../media/image55.png"/><Relationship Id="rId14" Type="http://schemas.openxmlformats.org/officeDocument/2006/relationships/image" Target="../media/image50.png"/><Relationship Id="rId22" Type="http://schemas.openxmlformats.org/officeDocument/2006/relationships/image" Target="../media/image58.png"/><Relationship Id="rId27" Type="http://schemas.openxmlformats.org/officeDocument/2006/relationships/image" Target="../media/image63.png"/><Relationship Id="rId30" Type="http://schemas.openxmlformats.org/officeDocument/2006/relationships/image" Target="../media/image66.png"/><Relationship Id="rId35" Type="http://schemas.openxmlformats.org/officeDocument/2006/relationships/image" Target="../media/image71.png"/><Relationship Id="rId43" Type="http://schemas.openxmlformats.org/officeDocument/2006/relationships/image" Target="../media/image79.png"/><Relationship Id="rId48" Type="http://schemas.openxmlformats.org/officeDocument/2006/relationships/image" Target="../media/image84.png"/><Relationship Id="rId56" Type="http://schemas.openxmlformats.org/officeDocument/2006/relationships/image" Target="../media/image92.png"/><Relationship Id="rId64" Type="http://schemas.openxmlformats.org/officeDocument/2006/relationships/image" Target="../media/image100.png"/><Relationship Id="rId69" Type="http://schemas.openxmlformats.org/officeDocument/2006/relationships/image" Target="../media/image105.png"/><Relationship Id="rId8" Type="http://schemas.openxmlformats.org/officeDocument/2006/relationships/image" Target="../media/image44.png"/><Relationship Id="rId51" Type="http://schemas.openxmlformats.org/officeDocument/2006/relationships/image" Target="../media/image87.png"/><Relationship Id="rId72" Type="http://schemas.openxmlformats.org/officeDocument/2006/relationships/image" Target="../media/image108.png"/><Relationship Id="rId3" Type="http://schemas.openxmlformats.org/officeDocument/2006/relationships/image" Target="../media/image39.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1.png"/><Relationship Id="rId33" Type="http://schemas.openxmlformats.org/officeDocument/2006/relationships/image" Target="../media/image69.png"/><Relationship Id="rId38" Type="http://schemas.openxmlformats.org/officeDocument/2006/relationships/image" Target="../media/image74.png"/><Relationship Id="rId46" Type="http://schemas.openxmlformats.org/officeDocument/2006/relationships/image" Target="../media/image82.png"/><Relationship Id="rId59" Type="http://schemas.openxmlformats.org/officeDocument/2006/relationships/image" Target="../media/image95.png"/><Relationship Id="rId67" Type="http://schemas.openxmlformats.org/officeDocument/2006/relationships/image" Target="../media/image103.png"/><Relationship Id="rId20" Type="http://schemas.openxmlformats.org/officeDocument/2006/relationships/image" Target="../media/image56.png"/><Relationship Id="rId41" Type="http://schemas.openxmlformats.org/officeDocument/2006/relationships/image" Target="../media/image77.png"/><Relationship Id="rId54" Type="http://schemas.openxmlformats.org/officeDocument/2006/relationships/image" Target="../media/image90.png"/><Relationship Id="rId62" Type="http://schemas.openxmlformats.org/officeDocument/2006/relationships/image" Target="../media/image98.png"/><Relationship Id="rId70" Type="http://schemas.openxmlformats.org/officeDocument/2006/relationships/image" Target="../media/image106.png"/><Relationship Id="rId75" Type="http://schemas.openxmlformats.org/officeDocument/2006/relationships/image" Target="../media/image111.png"/><Relationship Id="rId1" Type="http://schemas.openxmlformats.org/officeDocument/2006/relationships/slideLayout" Target="../slideLayouts/slideLayout6.xml"/><Relationship Id="rId6" Type="http://schemas.openxmlformats.org/officeDocument/2006/relationships/image" Target="../media/image42.png"/><Relationship Id="rId15" Type="http://schemas.openxmlformats.org/officeDocument/2006/relationships/image" Target="../media/image51.png"/><Relationship Id="rId23" Type="http://schemas.openxmlformats.org/officeDocument/2006/relationships/image" Target="../media/image59.png"/><Relationship Id="rId28" Type="http://schemas.openxmlformats.org/officeDocument/2006/relationships/image" Target="../media/image64.png"/><Relationship Id="rId36" Type="http://schemas.openxmlformats.org/officeDocument/2006/relationships/image" Target="../media/image72.png"/><Relationship Id="rId49" Type="http://schemas.openxmlformats.org/officeDocument/2006/relationships/image" Target="../media/image85.png"/><Relationship Id="rId57" Type="http://schemas.openxmlformats.org/officeDocument/2006/relationships/image" Target="../media/image93.png"/><Relationship Id="rId10" Type="http://schemas.openxmlformats.org/officeDocument/2006/relationships/image" Target="../media/image46.png"/><Relationship Id="rId31" Type="http://schemas.openxmlformats.org/officeDocument/2006/relationships/image" Target="../media/image67.png"/><Relationship Id="rId44" Type="http://schemas.openxmlformats.org/officeDocument/2006/relationships/image" Target="../media/image80.png"/><Relationship Id="rId52" Type="http://schemas.openxmlformats.org/officeDocument/2006/relationships/image" Target="../media/image88.png"/><Relationship Id="rId60" Type="http://schemas.openxmlformats.org/officeDocument/2006/relationships/image" Target="../media/image96.png"/><Relationship Id="rId65" Type="http://schemas.openxmlformats.org/officeDocument/2006/relationships/image" Target="../media/image101.png"/><Relationship Id="rId73" Type="http://schemas.openxmlformats.org/officeDocument/2006/relationships/image" Target="../media/image109.png"/><Relationship Id="rId4" Type="http://schemas.openxmlformats.org/officeDocument/2006/relationships/image" Target="../media/image40.png"/><Relationship Id="rId9" Type="http://schemas.openxmlformats.org/officeDocument/2006/relationships/image" Target="../media/image45.png"/><Relationship Id="rId13" Type="http://schemas.openxmlformats.org/officeDocument/2006/relationships/image" Target="../media/image49.png"/><Relationship Id="rId18" Type="http://schemas.openxmlformats.org/officeDocument/2006/relationships/image" Target="../media/image54.png"/><Relationship Id="rId39" Type="http://schemas.openxmlformats.org/officeDocument/2006/relationships/image" Target="../media/image75.png"/><Relationship Id="rId34" Type="http://schemas.openxmlformats.org/officeDocument/2006/relationships/image" Target="../media/image70.png"/><Relationship Id="rId50" Type="http://schemas.openxmlformats.org/officeDocument/2006/relationships/image" Target="../media/image86.png"/><Relationship Id="rId55" Type="http://schemas.openxmlformats.org/officeDocument/2006/relationships/image" Target="../media/image91.png"/><Relationship Id="rId76" Type="http://schemas.openxmlformats.org/officeDocument/2006/relationships/image" Target="../media/image112.png"/><Relationship Id="rId7" Type="http://schemas.openxmlformats.org/officeDocument/2006/relationships/image" Target="../media/image43.png"/><Relationship Id="rId71" Type="http://schemas.openxmlformats.org/officeDocument/2006/relationships/image" Target="../media/image10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32A70C-A8A1-D63F-664E-778EF6D16175}"/>
              </a:ext>
            </a:extLst>
          </p:cNvPr>
          <p:cNvSpPr>
            <a:spLocks noGrp="1"/>
          </p:cNvSpPr>
          <p:nvPr>
            <p:ph type="title"/>
          </p:nvPr>
        </p:nvSpPr>
        <p:spPr/>
        <p:txBody>
          <a:bodyPr/>
          <a:lstStyle/>
          <a:p>
            <a:endParaRPr lang="es-CO"/>
          </a:p>
        </p:txBody>
      </p:sp>
    </p:spTree>
    <p:extLst>
      <p:ext uri="{BB962C8B-B14F-4D97-AF65-F5344CB8AC3E}">
        <p14:creationId xmlns:p14="http://schemas.microsoft.com/office/powerpoint/2010/main" val="1478578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632ADA0-8B42-F6C7-0DB2-2CAE668305C1}"/>
              </a:ext>
            </a:extLst>
          </p:cNvPr>
          <p:cNvSpPr txBox="1"/>
          <p:nvPr/>
        </p:nvSpPr>
        <p:spPr>
          <a:xfrm>
            <a:off x="0" y="2767280"/>
            <a:ext cx="12192000" cy="1323439"/>
          </a:xfrm>
          <a:prstGeom prst="rect">
            <a:avLst/>
          </a:prstGeom>
          <a:noFill/>
        </p:spPr>
        <p:txBody>
          <a:bodyPr wrap="square">
            <a:spAutoFit/>
          </a:bodyPr>
          <a:lstStyle/>
          <a:p>
            <a:pPr algn="ctr"/>
            <a:r>
              <a:rPr lang="es-CO" sz="4000" dirty="0">
                <a:solidFill>
                  <a:srgbClr val="2C4293"/>
                </a:solidFill>
                <a:latin typeface="Impact" panose="020B0806030902050204" pitchFamily="34" charset="0"/>
              </a:rPr>
              <a:t>G</a:t>
            </a:r>
            <a:r>
              <a:rPr lang="es-CO" sz="4000" b="0" i="0" dirty="0">
                <a:solidFill>
                  <a:srgbClr val="2C4293"/>
                </a:solidFill>
                <a:effectLst/>
                <a:latin typeface="Impact" panose="020B0806030902050204" pitchFamily="34" charset="0"/>
              </a:rPr>
              <a:t>uía para elaboración</a:t>
            </a:r>
          </a:p>
          <a:p>
            <a:pPr algn="ctr"/>
            <a:r>
              <a:rPr lang="es-CO" sz="4000" b="0" i="0" dirty="0">
                <a:solidFill>
                  <a:srgbClr val="2C4293"/>
                </a:solidFill>
                <a:effectLst/>
                <a:latin typeface="Impact" panose="020B0806030902050204" pitchFamily="34" charset="0"/>
              </a:rPr>
              <a:t>de presentaciones en Power</a:t>
            </a:r>
            <a:r>
              <a:rPr lang="es-CO" sz="4000" dirty="0">
                <a:solidFill>
                  <a:srgbClr val="2C4293"/>
                </a:solidFill>
                <a:latin typeface="Impact" panose="020B0806030902050204" pitchFamily="34" charset="0"/>
              </a:rPr>
              <a:t>P</a:t>
            </a:r>
            <a:r>
              <a:rPr lang="es-CO" sz="4000" b="0" i="0" dirty="0">
                <a:solidFill>
                  <a:srgbClr val="2C4293"/>
                </a:solidFill>
                <a:effectLst/>
                <a:latin typeface="Impact" panose="020B0806030902050204" pitchFamily="34" charset="0"/>
              </a:rPr>
              <a:t>oint</a:t>
            </a:r>
            <a:endParaRPr lang="es-CO" sz="4000" dirty="0">
              <a:solidFill>
                <a:srgbClr val="2C4293"/>
              </a:solidFill>
              <a:latin typeface="Impact" panose="020B0806030902050204" pitchFamily="34" charset="0"/>
              <a:cs typeface="Calibri" panose="020F0502020204030204" pitchFamily="34" charset="0"/>
            </a:endParaRPr>
          </a:p>
        </p:txBody>
      </p:sp>
    </p:spTree>
    <p:extLst>
      <p:ext uri="{BB962C8B-B14F-4D97-AF65-F5344CB8AC3E}">
        <p14:creationId xmlns:p14="http://schemas.microsoft.com/office/powerpoint/2010/main" val="1666037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E955BA0-9FB1-C49A-E71A-4AA7D4518C2B}"/>
              </a:ext>
            </a:extLst>
          </p:cNvPr>
          <p:cNvSpPr txBox="1"/>
          <p:nvPr/>
        </p:nvSpPr>
        <p:spPr>
          <a:xfrm>
            <a:off x="377952" y="329455"/>
            <a:ext cx="3486912" cy="253916"/>
          </a:xfrm>
          <a:prstGeom prst="rect">
            <a:avLst/>
          </a:prstGeom>
          <a:noFill/>
        </p:spPr>
        <p:txBody>
          <a:bodyPr wrap="square">
            <a:spAutoFit/>
          </a:bodyPr>
          <a:lstStyle/>
          <a:p>
            <a:r>
              <a:rPr lang="es-CO" sz="1050" dirty="0">
                <a:solidFill>
                  <a:srgbClr val="2C4293"/>
                </a:solidFill>
                <a:latin typeface="Calibri" panose="020F0502020204030204" pitchFamily="34" charset="0"/>
                <a:cs typeface="Calibri" panose="020F0502020204030204" pitchFamily="34" charset="0"/>
              </a:rPr>
              <a:t>00. Guía – Sistema Visual/Tipografías</a:t>
            </a:r>
          </a:p>
        </p:txBody>
      </p:sp>
      <p:sp>
        <p:nvSpPr>
          <p:cNvPr id="3" name="CuadroTexto 2">
            <a:extLst>
              <a:ext uri="{FF2B5EF4-FFF2-40B4-BE49-F238E27FC236}">
                <a16:creationId xmlns:a16="http://schemas.microsoft.com/office/drawing/2014/main" id="{0C2853AA-F1AF-2995-51A9-D62E6BD22E9D}"/>
              </a:ext>
            </a:extLst>
          </p:cNvPr>
          <p:cNvSpPr txBox="1"/>
          <p:nvPr/>
        </p:nvSpPr>
        <p:spPr>
          <a:xfrm>
            <a:off x="377952" y="1682767"/>
            <a:ext cx="3486912" cy="307777"/>
          </a:xfrm>
          <a:prstGeom prst="rect">
            <a:avLst/>
          </a:prstGeom>
          <a:noFill/>
        </p:spPr>
        <p:txBody>
          <a:bodyPr wrap="square">
            <a:spAutoFit/>
          </a:bodyPr>
          <a:lstStyle/>
          <a:p>
            <a:r>
              <a:rPr lang="es-CO" sz="1400" b="1" dirty="0">
                <a:solidFill>
                  <a:srgbClr val="2C4293"/>
                </a:solidFill>
                <a:latin typeface="Calibri" panose="020F0502020204030204" pitchFamily="34" charset="0"/>
                <a:cs typeface="Calibri" panose="020F0502020204030204" pitchFamily="34" charset="0"/>
              </a:rPr>
              <a:t>Fuente principal para titulares:</a:t>
            </a:r>
          </a:p>
        </p:txBody>
      </p:sp>
      <p:sp>
        <p:nvSpPr>
          <p:cNvPr id="4" name="CuadroTexto 3">
            <a:extLst>
              <a:ext uri="{FF2B5EF4-FFF2-40B4-BE49-F238E27FC236}">
                <a16:creationId xmlns:a16="http://schemas.microsoft.com/office/drawing/2014/main" id="{3B4E69C8-9CF8-F6EC-988F-A308EC53BAA2}"/>
              </a:ext>
            </a:extLst>
          </p:cNvPr>
          <p:cNvSpPr txBox="1"/>
          <p:nvPr/>
        </p:nvSpPr>
        <p:spPr>
          <a:xfrm>
            <a:off x="377952" y="2011951"/>
            <a:ext cx="3486912" cy="861774"/>
          </a:xfrm>
          <a:prstGeom prst="rect">
            <a:avLst/>
          </a:prstGeom>
          <a:noFill/>
        </p:spPr>
        <p:txBody>
          <a:bodyPr wrap="square">
            <a:spAutoFit/>
          </a:bodyPr>
          <a:lstStyle/>
          <a:p>
            <a:r>
              <a:rPr lang="es-CO" sz="5000" dirty="0">
                <a:solidFill>
                  <a:srgbClr val="2C4293"/>
                </a:solidFill>
                <a:latin typeface="Impact" panose="020B0806030902050204" pitchFamily="34" charset="0"/>
                <a:cs typeface="Calibri" panose="020F0502020204030204" pitchFamily="34" charset="0"/>
              </a:rPr>
              <a:t>IMPACT</a:t>
            </a:r>
          </a:p>
        </p:txBody>
      </p:sp>
      <p:sp>
        <p:nvSpPr>
          <p:cNvPr id="5" name="CuadroTexto 4">
            <a:extLst>
              <a:ext uri="{FF2B5EF4-FFF2-40B4-BE49-F238E27FC236}">
                <a16:creationId xmlns:a16="http://schemas.microsoft.com/office/drawing/2014/main" id="{5B21BABE-BB64-2C10-EB43-587AE5B54390}"/>
              </a:ext>
            </a:extLst>
          </p:cNvPr>
          <p:cNvSpPr txBox="1"/>
          <p:nvPr/>
        </p:nvSpPr>
        <p:spPr>
          <a:xfrm>
            <a:off x="377952" y="2833562"/>
            <a:ext cx="4937760" cy="2015936"/>
          </a:xfrm>
          <a:prstGeom prst="rect">
            <a:avLst/>
          </a:prstGeom>
          <a:noFill/>
        </p:spPr>
        <p:txBody>
          <a:bodyPr wrap="square">
            <a:spAutoFit/>
          </a:bodyPr>
          <a:lstStyle/>
          <a:p>
            <a:pPr>
              <a:lnSpc>
                <a:spcPts val="5000"/>
              </a:lnSpc>
            </a:pPr>
            <a:r>
              <a:rPr lang="es-CO" sz="5000" dirty="0">
                <a:solidFill>
                  <a:srgbClr val="2C4293"/>
                </a:solidFill>
                <a:latin typeface="Impact" panose="020B0806030902050204" pitchFamily="34" charset="0"/>
                <a:cs typeface="Calibri" panose="020F0502020204030204" pitchFamily="34" charset="0"/>
              </a:rPr>
              <a:t>ABCDEFGHIJKLMNÑ</a:t>
            </a:r>
          </a:p>
          <a:p>
            <a:pPr>
              <a:lnSpc>
                <a:spcPts val="5000"/>
              </a:lnSpc>
            </a:pPr>
            <a:r>
              <a:rPr lang="es-CO" sz="5000" dirty="0">
                <a:solidFill>
                  <a:srgbClr val="2C4293"/>
                </a:solidFill>
                <a:latin typeface="Impact" panose="020B0806030902050204" pitchFamily="34" charset="0"/>
                <a:cs typeface="Calibri" panose="020F0502020204030204" pitchFamily="34" charset="0"/>
              </a:rPr>
              <a:t>OPQRSTUVWXYZ</a:t>
            </a:r>
          </a:p>
          <a:p>
            <a:pPr>
              <a:lnSpc>
                <a:spcPts val="5000"/>
              </a:lnSpc>
            </a:pPr>
            <a:r>
              <a:rPr lang="es-CO" sz="5000" dirty="0">
                <a:solidFill>
                  <a:srgbClr val="2C4293"/>
                </a:solidFill>
                <a:latin typeface="Impact" panose="020B0806030902050204" pitchFamily="34" charset="0"/>
                <a:cs typeface="Calibri" panose="020F0502020204030204" pitchFamily="34" charset="0"/>
              </a:rPr>
              <a:t>1234567890</a:t>
            </a:r>
          </a:p>
        </p:txBody>
      </p:sp>
      <p:sp>
        <p:nvSpPr>
          <p:cNvPr id="6" name="CuadroTexto 5">
            <a:extLst>
              <a:ext uri="{FF2B5EF4-FFF2-40B4-BE49-F238E27FC236}">
                <a16:creationId xmlns:a16="http://schemas.microsoft.com/office/drawing/2014/main" id="{B8D29110-747B-A8A0-BC9B-156D043451A7}"/>
              </a:ext>
            </a:extLst>
          </p:cNvPr>
          <p:cNvSpPr txBox="1"/>
          <p:nvPr/>
        </p:nvSpPr>
        <p:spPr>
          <a:xfrm>
            <a:off x="377952" y="4901455"/>
            <a:ext cx="3486912" cy="307777"/>
          </a:xfrm>
          <a:prstGeom prst="rect">
            <a:avLst/>
          </a:prstGeom>
          <a:noFill/>
        </p:spPr>
        <p:txBody>
          <a:bodyPr wrap="square">
            <a:spAutoFit/>
          </a:bodyPr>
          <a:lstStyle/>
          <a:p>
            <a:r>
              <a:rPr lang="es-CO" sz="1400" b="1" dirty="0">
                <a:solidFill>
                  <a:srgbClr val="2C4293"/>
                </a:solidFill>
                <a:latin typeface="Calibri" panose="020F0502020204030204" pitchFamily="34" charset="0"/>
                <a:cs typeface="Calibri" panose="020F0502020204030204" pitchFamily="34" charset="0"/>
              </a:rPr>
              <a:t>Tamaños: 60 pt – 40 pt – 32 pt - 12 pt </a:t>
            </a:r>
          </a:p>
        </p:txBody>
      </p:sp>
      <p:sp>
        <p:nvSpPr>
          <p:cNvPr id="7" name="CuadroTexto 6">
            <a:extLst>
              <a:ext uri="{FF2B5EF4-FFF2-40B4-BE49-F238E27FC236}">
                <a16:creationId xmlns:a16="http://schemas.microsoft.com/office/drawing/2014/main" id="{A6A3206B-2C14-ACC8-797F-C805A4ADCD5E}"/>
              </a:ext>
            </a:extLst>
          </p:cNvPr>
          <p:cNvSpPr txBox="1"/>
          <p:nvPr/>
        </p:nvSpPr>
        <p:spPr>
          <a:xfrm>
            <a:off x="6705600" y="1682767"/>
            <a:ext cx="3486912" cy="307777"/>
          </a:xfrm>
          <a:prstGeom prst="rect">
            <a:avLst/>
          </a:prstGeom>
          <a:noFill/>
        </p:spPr>
        <p:txBody>
          <a:bodyPr wrap="square">
            <a:spAutoFit/>
          </a:bodyPr>
          <a:lstStyle/>
          <a:p>
            <a:r>
              <a:rPr lang="es-CO" sz="1400" b="1" dirty="0">
                <a:solidFill>
                  <a:schemeClr val="bg1"/>
                </a:solidFill>
                <a:latin typeface="Calibri" panose="020F0502020204030204" pitchFamily="34" charset="0"/>
                <a:cs typeface="Calibri" panose="020F0502020204030204" pitchFamily="34" charset="0"/>
              </a:rPr>
              <a:t>Fuente principal para cuerpos de texto:</a:t>
            </a:r>
          </a:p>
        </p:txBody>
      </p:sp>
      <p:sp>
        <p:nvSpPr>
          <p:cNvPr id="8" name="CuadroTexto 7">
            <a:extLst>
              <a:ext uri="{FF2B5EF4-FFF2-40B4-BE49-F238E27FC236}">
                <a16:creationId xmlns:a16="http://schemas.microsoft.com/office/drawing/2014/main" id="{2E864B41-9219-4E77-9AE6-266D58D447F9}"/>
              </a:ext>
            </a:extLst>
          </p:cNvPr>
          <p:cNvSpPr txBox="1"/>
          <p:nvPr/>
        </p:nvSpPr>
        <p:spPr>
          <a:xfrm>
            <a:off x="6705600" y="2011951"/>
            <a:ext cx="3486912" cy="861774"/>
          </a:xfrm>
          <a:prstGeom prst="rect">
            <a:avLst/>
          </a:prstGeom>
          <a:noFill/>
        </p:spPr>
        <p:txBody>
          <a:bodyPr wrap="square">
            <a:spAutoFit/>
          </a:bodyPr>
          <a:lstStyle/>
          <a:p>
            <a:r>
              <a:rPr lang="es-CO" sz="5000" dirty="0">
                <a:solidFill>
                  <a:srgbClr val="2CB5E0"/>
                </a:solidFill>
                <a:cs typeface="Calibri" panose="020F0502020204030204" pitchFamily="34" charset="0"/>
              </a:rPr>
              <a:t>CALIBRI</a:t>
            </a:r>
          </a:p>
        </p:txBody>
      </p:sp>
      <p:sp>
        <p:nvSpPr>
          <p:cNvPr id="9" name="CuadroTexto 8">
            <a:extLst>
              <a:ext uri="{FF2B5EF4-FFF2-40B4-BE49-F238E27FC236}">
                <a16:creationId xmlns:a16="http://schemas.microsoft.com/office/drawing/2014/main" id="{7FAAC344-82DF-E688-70E7-5433768491F9}"/>
              </a:ext>
            </a:extLst>
          </p:cNvPr>
          <p:cNvSpPr txBox="1"/>
          <p:nvPr/>
        </p:nvSpPr>
        <p:spPr>
          <a:xfrm>
            <a:off x="6705600" y="2833562"/>
            <a:ext cx="4937760" cy="2015936"/>
          </a:xfrm>
          <a:prstGeom prst="rect">
            <a:avLst/>
          </a:prstGeom>
          <a:noFill/>
        </p:spPr>
        <p:txBody>
          <a:bodyPr wrap="square">
            <a:spAutoFit/>
          </a:bodyPr>
          <a:lstStyle/>
          <a:p>
            <a:pPr>
              <a:lnSpc>
                <a:spcPts val="5000"/>
              </a:lnSpc>
            </a:pPr>
            <a:r>
              <a:rPr lang="es-CO" sz="4400" dirty="0">
                <a:solidFill>
                  <a:srgbClr val="2CB5E0"/>
                </a:solidFill>
                <a:cs typeface="Calibri" panose="020F0502020204030204" pitchFamily="34" charset="0"/>
              </a:rPr>
              <a:t>abcdefghijklmnñ</a:t>
            </a:r>
          </a:p>
          <a:p>
            <a:pPr>
              <a:lnSpc>
                <a:spcPts val="5000"/>
              </a:lnSpc>
            </a:pPr>
            <a:r>
              <a:rPr lang="es-CO" sz="4400" dirty="0">
                <a:solidFill>
                  <a:srgbClr val="2CB5E0"/>
                </a:solidFill>
                <a:cs typeface="Calibri" panose="020F0502020204030204" pitchFamily="34" charset="0"/>
              </a:rPr>
              <a:t>opqrstuvwxyz</a:t>
            </a:r>
          </a:p>
          <a:p>
            <a:pPr>
              <a:lnSpc>
                <a:spcPts val="5000"/>
              </a:lnSpc>
            </a:pPr>
            <a:r>
              <a:rPr lang="es-CO" sz="4400" dirty="0">
                <a:solidFill>
                  <a:srgbClr val="2CB5E0"/>
                </a:solidFill>
                <a:cs typeface="Calibri" panose="020F0502020204030204" pitchFamily="34" charset="0"/>
              </a:rPr>
              <a:t>1234567890</a:t>
            </a:r>
          </a:p>
        </p:txBody>
      </p:sp>
      <p:sp>
        <p:nvSpPr>
          <p:cNvPr id="10" name="CuadroTexto 9">
            <a:extLst>
              <a:ext uri="{FF2B5EF4-FFF2-40B4-BE49-F238E27FC236}">
                <a16:creationId xmlns:a16="http://schemas.microsoft.com/office/drawing/2014/main" id="{DD8218F9-6DF5-52B0-2FA0-F9370BEFC45B}"/>
              </a:ext>
            </a:extLst>
          </p:cNvPr>
          <p:cNvSpPr txBox="1"/>
          <p:nvPr/>
        </p:nvSpPr>
        <p:spPr>
          <a:xfrm>
            <a:off x="6705600" y="4901455"/>
            <a:ext cx="3486912" cy="307777"/>
          </a:xfrm>
          <a:prstGeom prst="rect">
            <a:avLst/>
          </a:prstGeom>
          <a:noFill/>
        </p:spPr>
        <p:txBody>
          <a:bodyPr wrap="square">
            <a:spAutoFit/>
          </a:bodyPr>
          <a:lstStyle/>
          <a:p>
            <a:r>
              <a:rPr lang="es-CO" sz="1400" b="1" dirty="0">
                <a:solidFill>
                  <a:srgbClr val="2CB5E0"/>
                </a:solidFill>
                <a:latin typeface="Calibri" panose="020F0502020204030204" pitchFamily="34" charset="0"/>
                <a:cs typeface="Calibri" panose="020F0502020204030204" pitchFamily="34" charset="0"/>
              </a:rPr>
              <a:t>Tamaños: 24 pt – 14 pt – 12 pt</a:t>
            </a:r>
          </a:p>
        </p:txBody>
      </p:sp>
      <p:sp>
        <p:nvSpPr>
          <p:cNvPr id="11" name="CuadroTexto 10">
            <a:extLst>
              <a:ext uri="{FF2B5EF4-FFF2-40B4-BE49-F238E27FC236}">
                <a16:creationId xmlns:a16="http://schemas.microsoft.com/office/drawing/2014/main" id="{2D3B979E-6704-BE2A-7EFE-924397FBCA98}"/>
              </a:ext>
            </a:extLst>
          </p:cNvPr>
          <p:cNvSpPr txBox="1"/>
          <p:nvPr/>
        </p:nvSpPr>
        <p:spPr>
          <a:xfrm>
            <a:off x="377952" y="5267215"/>
            <a:ext cx="4937760" cy="646331"/>
          </a:xfrm>
          <a:prstGeom prst="rect">
            <a:avLst/>
          </a:prstGeom>
          <a:noFill/>
        </p:spPr>
        <p:txBody>
          <a:bodyPr wrap="square">
            <a:spAutoFit/>
          </a:bodyPr>
          <a:lstStyle/>
          <a:p>
            <a:r>
              <a:rPr lang="es-CO" sz="1200" b="1" dirty="0">
                <a:solidFill>
                  <a:srgbClr val="2C4293"/>
                </a:solidFill>
                <a:latin typeface="Calibri" panose="020F0502020204030204" pitchFamily="34" charset="0"/>
                <a:cs typeface="Calibri" panose="020F0502020204030204" pitchFamily="34" charset="0"/>
              </a:rPr>
              <a:t>Recomendación: </a:t>
            </a:r>
            <a:r>
              <a:rPr lang="es-CO" sz="1200" dirty="0">
                <a:solidFill>
                  <a:srgbClr val="2C4293"/>
                </a:solidFill>
                <a:latin typeface="Calibri" panose="020F0502020204030204" pitchFamily="34" charset="0"/>
                <a:cs typeface="Calibri" panose="020F0502020204030204" pitchFamily="34" charset="0"/>
              </a:rPr>
              <a:t>Para un uso óptimo de la fuente principal, lo mejor será usar sus caracteres en altas siempre que se pueda, no obstante, se puede hacer uso de la bajas si los textos son muy extensos.</a:t>
            </a:r>
          </a:p>
        </p:txBody>
      </p:sp>
      <p:sp>
        <p:nvSpPr>
          <p:cNvPr id="12" name="CuadroTexto 11">
            <a:extLst>
              <a:ext uri="{FF2B5EF4-FFF2-40B4-BE49-F238E27FC236}">
                <a16:creationId xmlns:a16="http://schemas.microsoft.com/office/drawing/2014/main" id="{E86A8498-156C-444D-358C-747C3A737C80}"/>
              </a:ext>
            </a:extLst>
          </p:cNvPr>
          <p:cNvSpPr txBox="1"/>
          <p:nvPr/>
        </p:nvSpPr>
        <p:spPr>
          <a:xfrm>
            <a:off x="6705600" y="5267215"/>
            <a:ext cx="4937760" cy="461665"/>
          </a:xfrm>
          <a:prstGeom prst="rect">
            <a:avLst/>
          </a:prstGeom>
          <a:noFill/>
        </p:spPr>
        <p:txBody>
          <a:bodyPr wrap="square">
            <a:spAutoFit/>
          </a:bodyPr>
          <a:lstStyle/>
          <a:p>
            <a:r>
              <a:rPr lang="es-CO" sz="1200" dirty="0">
                <a:solidFill>
                  <a:schemeClr val="bg1"/>
                </a:solidFill>
                <a:latin typeface="Calibri" panose="020F0502020204030204" pitchFamily="34" charset="0"/>
                <a:cs typeface="Calibri" panose="020F0502020204030204" pitchFamily="34" charset="0"/>
              </a:rPr>
              <a:t>Se contempla esta fuente alterna para usar en documentos como Word, Excel o PowerPoint.</a:t>
            </a:r>
          </a:p>
        </p:txBody>
      </p:sp>
    </p:spTree>
    <p:extLst>
      <p:ext uri="{BB962C8B-B14F-4D97-AF65-F5344CB8AC3E}">
        <p14:creationId xmlns:p14="http://schemas.microsoft.com/office/powerpoint/2010/main" val="3480774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1104A7-7757-6348-5A24-A671C14676F5}"/>
              </a:ext>
            </a:extLst>
          </p:cNvPr>
          <p:cNvSpPr>
            <a:spLocks noGrp="1"/>
          </p:cNvSpPr>
          <p:nvPr>
            <p:ph type="title"/>
          </p:nvPr>
        </p:nvSpPr>
        <p:spPr>
          <a:xfrm>
            <a:off x="911772" y="1338262"/>
            <a:ext cx="10515600" cy="1325563"/>
          </a:xfrm>
        </p:spPr>
        <p:txBody>
          <a:bodyPr/>
          <a:lstStyle/>
          <a:p>
            <a:r>
              <a:rPr lang="es-ES" sz="4000" dirty="0"/>
              <a:t>Instrucciones para cambiar la foto del contenedor en las presentaciones</a:t>
            </a:r>
            <a:endParaRPr lang="es-CO" sz="4000" dirty="0"/>
          </a:p>
        </p:txBody>
      </p:sp>
      <p:sp>
        <p:nvSpPr>
          <p:cNvPr id="3" name="CuadroTexto 2">
            <a:extLst>
              <a:ext uri="{FF2B5EF4-FFF2-40B4-BE49-F238E27FC236}">
                <a16:creationId xmlns:a16="http://schemas.microsoft.com/office/drawing/2014/main" id="{35B78816-5F09-3625-2323-25FE4FB4A310}"/>
              </a:ext>
            </a:extLst>
          </p:cNvPr>
          <p:cNvSpPr txBox="1"/>
          <p:nvPr/>
        </p:nvSpPr>
        <p:spPr>
          <a:xfrm>
            <a:off x="2428875" y="3171825"/>
            <a:ext cx="7423892" cy="1754326"/>
          </a:xfrm>
          <a:prstGeom prst="rect">
            <a:avLst/>
          </a:prstGeom>
          <a:noFill/>
        </p:spPr>
        <p:txBody>
          <a:bodyPr wrap="none" rtlCol="0">
            <a:spAutoFit/>
          </a:bodyPr>
          <a:lstStyle/>
          <a:p>
            <a:pPr marL="342900" indent="-342900">
              <a:buAutoNum type="arabicPeriod"/>
            </a:pPr>
            <a:r>
              <a:rPr lang="es-ES" dirty="0"/>
              <a:t>Revise que el contenedor esté en color blanco como en la diapositiva 5</a:t>
            </a:r>
          </a:p>
          <a:p>
            <a:pPr marL="342900" indent="-342900">
              <a:buAutoNum type="arabicPeriod"/>
            </a:pPr>
            <a:r>
              <a:rPr lang="es-ES" dirty="0"/>
              <a:t>Inserte la foto en </a:t>
            </a:r>
            <a:r>
              <a:rPr lang="es-ES" dirty="0" err="1"/>
              <a:t>jpg</a:t>
            </a:r>
            <a:r>
              <a:rPr lang="es-ES" dirty="0"/>
              <a:t>  y ubíquela sobre el contenedor dejando un espacio </a:t>
            </a:r>
          </a:p>
          <a:p>
            <a:pPr marL="342900" indent="-342900">
              <a:buAutoNum type="arabicPeriod"/>
            </a:pPr>
            <a:r>
              <a:rPr lang="es-ES" dirty="0"/>
              <a:t>Seleccione el contenedor y la foto al mismo tiempo</a:t>
            </a:r>
          </a:p>
          <a:p>
            <a:pPr marL="342900" indent="-342900">
              <a:buAutoNum type="arabicPeriod"/>
            </a:pPr>
            <a:r>
              <a:rPr lang="es-ES" dirty="0"/>
              <a:t>En Formato de forma busque la opción intersecar</a:t>
            </a:r>
          </a:p>
          <a:p>
            <a:pPr marL="342900" indent="-342900">
              <a:buAutoNum type="arabicPeriod"/>
            </a:pPr>
            <a:r>
              <a:rPr lang="es-ES" dirty="0"/>
              <a:t>Ver video tutorial</a:t>
            </a:r>
          </a:p>
          <a:p>
            <a:pPr marL="342900" indent="-342900">
              <a:buAutoNum type="arabicPeriod"/>
            </a:pPr>
            <a:endParaRPr lang="es-CO" dirty="0"/>
          </a:p>
        </p:txBody>
      </p:sp>
    </p:spTree>
    <p:extLst>
      <p:ext uri="{BB962C8B-B14F-4D97-AF65-F5344CB8AC3E}">
        <p14:creationId xmlns:p14="http://schemas.microsoft.com/office/powerpoint/2010/main" val="367350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FAA534-9E2E-EE88-C5B7-C327A88EB83D}"/>
              </a:ext>
            </a:extLst>
          </p:cNvPr>
          <p:cNvSpPr>
            <a:spLocks noGrp="1"/>
          </p:cNvSpPr>
          <p:nvPr>
            <p:ph type="title"/>
          </p:nvPr>
        </p:nvSpPr>
        <p:spPr/>
        <p:txBody>
          <a:bodyPr/>
          <a:lstStyle/>
          <a:p>
            <a:endParaRPr lang="es-CO"/>
          </a:p>
        </p:txBody>
      </p:sp>
      <p:sp>
        <p:nvSpPr>
          <p:cNvPr id="5" name="Gráfico 5">
            <a:extLst>
              <a:ext uri="{FF2B5EF4-FFF2-40B4-BE49-F238E27FC236}">
                <a16:creationId xmlns:a16="http://schemas.microsoft.com/office/drawing/2014/main" id="{F9C5D915-CFA1-E766-5BF6-4A57F266D17A}"/>
              </a:ext>
            </a:extLst>
          </p:cNvPr>
          <p:cNvSpPr/>
          <p:nvPr/>
        </p:nvSpPr>
        <p:spPr>
          <a:xfrm>
            <a:off x="5286703" y="1487486"/>
            <a:ext cx="6759374" cy="3292428"/>
          </a:xfrm>
          <a:custGeom>
            <a:avLst/>
            <a:gdLst>
              <a:gd name="connsiteX0" fmla="*/ 6987421 w 7345048"/>
              <a:gd name="connsiteY0" fmla="*/ 1768235 h 3547747"/>
              <a:gd name="connsiteX1" fmla="*/ 6987421 w 7345048"/>
              <a:gd name="connsiteY1" fmla="*/ 1778951 h 3547747"/>
              <a:gd name="connsiteX2" fmla="*/ 7345049 w 7345048"/>
              <a:gd name="connsiteY2" fmla="*/ 2199593 h 3547747"/>
              <a:gd name="connsiteX3" fmla="*/ 7345049 w 7345048"/>
              <a:gd name="connsiteY3" fmla="*/ 3263878 h 3547747"/>
              <a:gd name="connsiteX4" fmla="*/ 7061380 w 7345048"/>
              <a:gd name="connsiteY4" fmla="*/ 3547747 h 3547747"/>
              <a:gd name="connsiteX5" fmla="*/ 4731305 w 7345048"/>
              <a:gd name="connsiteY5" fmla="*/ 3547747 h 3547747"/>
              <a:gd name="connsiteX6" fmla="*/ 4731305 w 7345048"/>
              <a:gd name="connsiteY6" fmla="*/ 1899286 h 3547747"/>
              <a:gd name="connsiteX7" fmla="*/ 6375955 w 7345048"/>
              <a:gd name="connsiteY7" fmla="*/ 1899286 h 3547747"/>
              <a:gd name="connsiteX8" fmla="*/ 6375955 w 7345048"/>
              <a:gd name="connsiteY8" fmla="*/ 1648965 h 3547747"/>
              <a:gd name="connsiteX9" fmla="*/ 4481168 w 7345048"/>
              <a:gd name="connsiteY9" fmla="*/ 1648965 h 3547747"/>
              <a:gd name="connsiteX10" fmla="*/ 4481168 w 7345048"/>
              <a:gd name="connsiteY10" fmla="*/ 3547747 h 3547747"/>
              <a:gd name="connsiteX11" fmla="*/ 2958643 w 7345048"/>
              <a:gd name="connsiteY11" fmla="*/ 3547747 h 3547747"/>
              <a:gd name="connsiteX12" fmla="*/ 2958643 w 7345048"/>
              <a:gd name="connsiteY12" fmla="*/ 1648965 h 3547747"/>
              <a:gd name="connsiteX13" fmla="*/ 2708449 w 7345048"/>
              <a:gd name="connsiteY13" fmla="*/ 1648965 h 3547747"/>
              <a:gd name="connsiteX14" fmla="*/ 2708449 w 7345048"/>
              <a:gd name="connsiteY14" fmla="*/ 3547747 h 3547747"/>
              <a:gd name="connsiteX15" fmla="*/ 283669 w 7345048"/>
              <a:gd name="connsiteY15" fmla="*/ 3547747 h 3547747"/>
              <a:gd name="connsiteX16" fmla="*/ 0 w 7345048"/>
              <a:gd name="connsiteY16" fmla="*/ 3263878 h 3547747"/>
              <a:gd name="connsiteX17" fmla="*/ 0 w 7345048"/>
              <a:gd name="connsiteY17" fmla="*/ 283813 h 3547747"/>
              <a:gd name="connsiteX18" fmla="*/ 283669 w 7345048"/>
              <a:gd name="connsiteY18" fmla="*/ 0 h 3547747"/>
              <a:gd name="connsiteX19" fmla="*/ 1292854 w 7345048"/>
              <a:gd name="connsiteY19" fmla="*/ 0 h 3547747"/>
              <a:gd name="connsiteX20" fmla="*/ 1292854 w 7345048"/>
              <a:gd name="connsiteY20" fmla="*/ 2400377 h 3547747"/>
              <a:gd name="connsiteX21" fmla="*/ 1543047 w 7345048"/>
              <a:gd name="connsiteY21" fmla="*/ 2400377 h 3547747"/>
              <a:gd name="connsiteX22" fmla="*/ 1543047 w 7345048"/>
              <a:gd name="connsiteY22" fmla="*/ 0 h 3547747"/>
              <a:gd name="connsiteX23" fmla="*/ 7061324 w 7345048"/>
              <a:gd name="connsiteY23" fmla="*/ 0 h 3547747"/>
              <a:gd name="connsiteX24" fmla="*/ 7344993 w 7345048"/>
              <a:gd name="connsiteY24" fmla="*/ 283813 h 3547747"/>
              <a:gd name="connsiteX25" fmla="*/ 7344993 w 7345048"/>
              <a:gd name="connsiteY25" fmla="*/ 1348098 h 3547747"/>
              <a:gd name="connsiteX26" fmla="*/ 6987365 w 7345048"/>
              <a:gd name="connsiteY26" fmla="*/ 1768235 h 354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345048" h="3547747">
                <a:moveTo>
                  <a:pt x="6987421" y="1768235"/>
                </a:moveTo>
                <a:cubicBezTo>
                  <a:pt x="6981141" y="1769245"/>
                  <a:pt x="6981141" y="1777941"/>
                  <a:pt x="6987421" y="1778951"/>
                </a:cubicBezTo>
                <a:cubicBezTo>
                  <a:pt x="7190010" y="1811433"/>
                  <a:pt x="7345049" y="1987364"/>
                  <a:pt x="7345049" y="2199593"/>
                </a:cubicBezTo>
                <a:lnTo>
                  <a:pt x="7345049" y="3263878"/>
                </a:lnTo>
                <a:cubicBezTo>
                  <a:pt x="7345049" y="3421072"/>
                  <a:pt x="7217933" y="3547747"/>
                  <a:pt x="7061380" y="3547747"/>
                </a:cubicBezTo>
                <a:lnTo>
                  <a:pt x="4731305" y="3547747"/>
                </a:lnTo>
                <a:lnTo>
                  <a:pt x="4731305" y="1899286"/>
                </a:lnTo>
                <a:lnTo>
                  <a:pt x="6375955" y="1899286"/>
                </a:lnTo>
                <a:lnTo>
                  <a:pt x="6375955" y="1648965"/>
                </a:lnTo>
                <a:lnTo>
                  <a:pt x="4481168" y="1648965"/>
                </a:lnTo>
                <a:lnTo>
                  <a:pt x="4481168" y="3547747"/>
                </a:lnTo>
                <a:lnTo>
                  <a:pt x="2958643" y="3547747"/>
                </a:lnTo>
                <a:lnTo>
                  <a:pt x="2958643" y="1648965"/>
                </a:lnTo>
                <a:lnTo>
                  <a:pt x="2708449" y="1648965"/>
                </a:lnTo>
                <a:lnTo>
                  <a:pt x="2708449" y="3547747"/>
                </a:lnTo>
                <a:lnTo>
                  <a:pt x="283669" y="3547747"/>
                </a:lnTo>
                <a:cubicBezTo>
                  <a:pt x="127059" y="3547747"/>
                  <a:pt x="0" y="3421128"/>
                  <a:pt x="0" y="3263878"/>
                </a:cubicBezTo>
                <a:lnTo>
                  <a:pt x="0" y="283813"/>
                </a:lnTo>
                <a:cubicBezTo>
                  <a:pt x="0" y="127068"/>
                  <a:pt x="127003" y="0"/>
                  <a:pt x="283669" y="0"/>
                </a:cubicBezTo>
                <a:lnTo>
                  <a:pt x="1292854" y="0"/>
                </a:lnTo>
                <a:lnTo>
                  <a:pt x="1292854" y="2400377"/>
                </a:lnTo>
                <a:lnTo>
                  <a:pt x="1543047" y="2400377"/>
                </a:lnTo>
                <a:lnTo>
                  <a:pt x="1543047" y="0"/>
                </a:lnTo>
                <a:lnTo>
                  <a:pt x="7061324" y="0"/>
                </a:lnTo>
                <a:cubicBezTo>
                  <a:pt x="7217990" y="0"/>
                  <a:pt x="7344993" y="127068"/>
                  <a:pt x="7344993" y="283813"/>
                </a:cubicBezTo>
                <a:lnTo>
                  <a:pt x="7344993" y="1348098"/>
                </a:lnTo>
                <a:cubicBezTo>
                  <a:pt x="7344993" y="1560270"/>
                  <a:pt x="7189954" y="1735809"/>
                  <a:pt x="6987365" y="1768235"/>
                </a:cubicBezTo>
                <a:close/>
              </a:path>
            </a:pathLst>
          </a:custGeom>
          <a:solidFill>
            <a:schemeClr val="bg1"/>
          </a:solidFill>
          <a:ln w="5606" cap="flat">
            <a:noFill/>
            <a:prstDash val="solid"/>
            <a:miter/>
          </a:ln>
        </p:spPr>
        <p:txBody>
          <a:bodyPr rtlCol="0" anchor="ctr"/>
          <a:lstStyle/>
          <a:p>
            <a:endParaRPr lang="es-CO"/>
          </a:p>
        </p:txBody>
      </p:sp>
    </p:spTree>
    <p:extLst>
      <p:ext uri="{BB962C8B-B14F-4D97-AF65-F5344CB8AC3E}">
        <p14:creationId xmlns:p14="http://schemas.microsoft.com/office/powerpoint/2010/main" val="1750676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2655A7D-4E76-9778-91F7-0EE4211A8756}"/>
              </a:ext>
            </a:extLst>
          </p:cNvPr>
          <p:cNvSpPr txBox="1"/>
          <p:nvPr/>
        </p:nvSpPr>
        <p:spPr>
          <a:xfrm>
            <a:off x="299317" y="1918846"/>
            <a:ext cx="3764329" cy="2400657"/>
          </a:xfrm>
          <a:prstGeom prst="rect">
            <a:avLst/>
          </a:prstGeom>
          <a:noFill/>
        </p:spPr>
        <p:txBody>
          <a:bodyPr wrap="square" rtlCol="0" anchor="ctr">
            <a:spAutoFit/>
          </a:bodyPr>
          <a:lstStyle/>
          <a:p>
            <a:pPr>
              <a:lnSpc>
                <a:spcPts val="6000"/>
              </a:lnSpc>
            </a:pPr>
            <a:r>
              <a:rPr lang="es-CO" sz="6000" dirty="0">
                <a:solidFill>
                  <a:srgbClr val="2CB5E0"/>
                </a:solidFill>
                <a:latin typeface="Impact" panose="020B0806030902050204" pitchFamily="34" charset="0"/>
              </a:rPr>
              <a:t>Título</a:t>
            </a:r>
          </a:p>
          <a:p>
            <a:pPr>
              <a:lnSpc>
                <a:spcPts val="6000"/>
              </a:lnSpc>
            </a:pPr>
            <a:r>
              <a:rPr lang="es-CO" sz="6000" dirty="0">
                <a:solidFill>
                  <a:srgbClr val="2CB5E0"/>
                </a:solidFill>
                <a:latin typeface="Impact" panose="020B0806030902050204" pitchFamily="34" charset="0"/>
              </a:rPr>
              <a:t>Templete</a:t>
            </a:r>
          </a:p>
          <a:p>
            <a:pPr>
              <a:lnSpc>
                <a:spcPts val="6000"/>
              </a:lnSpc>
            </a:pPr>
            <a:endParaRPr lang="es-CO" sz="6000" dirty="0">
              <a:solidFill>
                <a:srgbClr val="2CB5E0"/>
              </a:solidFill>
              <a:latin typeface="Impact" panose="020B0806030902050204" pitchFamily="34" charset="0"/>
            </a:endParaRPr>
          </a:p>
        </p:txBody>
      </p:sp>
    </p:spTree>
    <p:extLst>
      <p:ext uri="{BB962C8B-B14F-4D97-AF65-F5344CB8AC3E}">
        <p14:creationId xmlns:p14="http://schemas.microsoft.com/office/powerpoint/2010/main" val="2860784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FE66E6-922A-51EF-5281-9ADD9992B4AD}"/>
              </a:ext>
            </a:extLst>
          </p:cNvPr>
          <p:cNvSpPr txBox="1"/>
          <p:nvPr/>
        </p:nvSpPr>
        <p:spPr>
          <a:xfrm>
            <a:off x="814324" y="2467569"/>
            <a:ext cx="8991828" cy="861774"/>
          </a:xfrm>
          <a:prstGeom prst="rect">
            <a:avLst/>
          </a:prstGeom>
          <a:noFill/>
        </p:spPr>
        <p:txBody>
          <a:bodyPr wrap="square" rtlCol="0" anchor="ctr">
            <a:spAutoFit/>
          </a:bodyPr>
          <a:lstStyle/>
          <a:p>
            <a:pPr>
              <a:lnSpc>
                <a:spcPts val="6000"/>
              </a:lnSpc>
            </a:pPr>
            <a:r>
              <a:rPr lang="es-CO" sz="6000" dirty="0">
                <a:solidFill>
                  <a:srgbClr val="2C4293"/>
                </a:solidFill>
                <a:latin typeface="Impact" panose="020B0806030902050204" pitchFamily="34" charset="0"/>
              </a:rPr>
              <a:t>Título Templete </a:t>
            </a:r>
          </a:p>
        </p:txBody>
      </p:sp>
    </p:spTree>
    <p:extLst>
      <p:ext uri="{BB962C8B-B14F-4D97-AF65-F5344CB8AC3E}">
        <p14:creationId xmlns:p14="http://schemas.microsoft.com/office/powerpoint/2010/main" val="4062684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9D4B9C-412F-930F-C7EC-F6E48CA1AA9E}"/>
              </a:ext>
            </a:extLst>
          </p:cNvPr>
          <p:cNvSpPr>
            <a:spLocks noGrp="1"/>
          </p:cNvSpPr>
          <p:nvPr>
            <p:ph type="title"/>
          </p:nvPr>
        </p:nvSpPr>
        <p:spPr/>
        <p:txBody>
          <a:bodyPr/>
          <a:lstStyle/>
          <a:p>
            <a:endParaRPr lang="es-CO" dirty="0"/>
          </a:p>
        </p:txBody>
      </p:sp>
      <p:sp>
        <p:nvSpPr>
          <p:cNvPr id="4" name="CuadroTexto 3">
            <a:extLst>
              <a:ext uri="{FF2B5EF4-FFF2-40B4-BE49-F238E27FC236}">
                <a16:creationId xmlns:a16="http://schemas.microsoft.com/office/drawing/2014/main" id="{C465A21A-F9CC-EB2C-1555-EBADDB3C3788}"/>
              </a:ext>
            </a:extLst>
          </p:cNvPr>
          <p:cNvSpPr txBox="1"/>
          <p:nvPr/>
        </p:nvSpPr>
        <p:spPr>
          <a:xfrm>
            <a:off x="123933" y="3679826"/>
            <a:ext cx="12192000" cy="1200329"/>
          </a:xfrm>
          <a:prstGeom prst="rect">
            <a:avLst/>
          </a:prstGeom>
          <a:noFill/>
        </p:spPr>
        <p:txBody>
          <a:bodyPr wrap="square" rtlCol="0" anchor="ctr">
            <a:spAutoFit/>
          </a:bodyPr>
          <a:lstStyle/>
          <a:p>
            <a:pPr algn="ctr"/>
            <a:r>
              <a:rPr lang="es-CO" sz="1200" dirty="0">
                <a:solidFill>
                  <a:schemeClr val="tx1">
                    <a:lumMod val="75000"/>
                    <a:lumOff val="25000"/>
                  </a:schemeClr>
                </a:solidFill>
                <a:effectLst/>
                <a:latin typeface="Calibri" panose="020F0502020204030204" pitchFamily="34" charset="0"/>
                <a:cs typeface="Calibri" panose="020F0502020204030204" pitchFamily="34" charset="0"/>
              </a:rPr>
              <a:t>Lorem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ipsum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dolor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sit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amet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consectetur</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adipiscing</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elit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sed do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eiusmod</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tempor</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incididunt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ut labore et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dolore</a:t>
            </a:r>
            <a:endParaRPr lang="es-CO" sz="1200" dirty="0">
              <a:solidFill>
                <a:schemeClr val="tx1">
                  <a:lumMod val="75000"/>
                  <a:lumOff val="25000"/>
                </a:schemeClr>
              </a:solidFill>
              <a:latin typeface="Calibri" panose="020F0502020204030204" pitchFamily="34" charset="0"/>
              <a:cs typeface="Calibri" panose="020F0502020204030204" pitchFamily="34" charset="0"/>
            </a:endParaRPr>
          </a:p>
          <a:p>
            <a:pPr algn="ctr"/>
            <a:r>
              <a:rPr lang="es-CO" sz="1200" dirty="0">
                <a:solidFill>
                  <a:schemeClr val="tx1">
                    <a:lumMod val="75000"/>
                    <a:lumOff val="25000"/>
                  </a:schemeClr>
                </a:solidFill>
                <a:effectLst/>
                <a:latin typeface="Calibri" panose="020F0502020204030204" pitchFamily="34" charset="0"/>
                <a:cs typeface="Calibri" panose="020F0502020204030204" pitchFamily="34" charset="0"/>
              </a:rPr>
              <a:t>magna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aliqua</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Ut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enim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ad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minim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veniam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quis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nostrud</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exercitation</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ullamco</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laboris</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nisi</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ut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aliquip</a:t>
            </a:r>
            <a:endParaRPr lang="es-CO" sz="1200" dirty="0">
              <a:solidFill>
                <a:schemeClr val="tx1">
                  <a:lumMod val="75000"/>
                  <a:lumOff val="25000"/>
                </a:schemeClr>
              </a:solidFill>
              <a:latin typeface="Calibri" panose="020F0502020204030204" pitchFamily="34" charset="0"/>
              <a:cs typeface="Calibri" panose="020F0502020204030204" pitchFamily="34" charset="0"/>
            </a:endParaRPr>
          </a:p>
          <a:p>
            <a:pPr algn="ctr"/>
            <a:r>
              <a:rPr lang="es-CO" sz="1200" dirty="0">
                <a:solidFill>
                  <a:schemeClr val="tx1">
                    <a:lumMod val="75000"/>
                    <a:lumOff val="25000"/>
                  </a:schemeClr>
                </a:solidFill>
                <a:effectLst/>
                <a:latin typeface="Calibri" panose="020F0502020204030204" pitchFamily="34" charset="0"/>
                <a:cs typeface="Calibri" panose="020F0502020204030204" pitchFamily="34" charset="0"/>
              </a:rPr>
              <a:t>ex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ea</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commodo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consequat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a:t>
            </a:r>
          </a:p>
          <a:p>
            <a:pPr algn="ctr"/>
            <a:endParaRPr lang="es-CO" sz="1200" dirty="0">
              <a:solidFill>
                <a:schemeClr val="tx1">
                  <a:lumMod val="75000"/>
                  <a:lumOff val="25000"/>
                </a:schemeClr>
              </a:solidFill>
              <a:latin typeface="Calibri" panose="020F0502020204030204" pitchFamily="34" charset="0"/>
              <a:cs typeface="Calibri" panose="020F0502020204030204" pitchFamily="34" charset="0"/>
            </a:endParaRPr>
          </a:p>
          <a:p>
            <a:pPr algn="ct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Duis</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aute</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irure</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dolor in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reprehenderit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in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voluptate</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velit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esse</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cillum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dolore</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eu</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fugiat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nulla</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pariatur</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a:t>
            </a:r>
          </a:p>
          <a:p>
            <a:pPr algn="ct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Excepteur</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sint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occaecat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cupidatat</a:t>
            </a:r>
            <a:r>
              <a:rPr lang="es-CO" sz="1200" dirty="0">
                <a:solidFill>
                  <a:schemeClr val="tx1">
                    <a:lumMod val="75000"/>
                    <a:lumOff val="25000"/>
                  </a:schemeClr>
                </a:solidFill>
                <a:latin typeface="Calibri" panose="020F0502020204030204" pitchFamily="34" charset="0"/>
                <a:cs typeface="Calibri" panose="020F0502020204030204" pitchFamily="34" charset="0"/>
              </a:rPr>
              <a:t> </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non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proident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sunt in culpa qui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officia</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deserunt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mollit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anim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id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est</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 </a:t>
            </a:r>
            <a:r>
              <a:rPr lang="es-CO" sz="1200" dirty="0" err="1">
                <a:solidFill>
                  <a:schemeClr val="tx1">
                    <a:lumMod val="75000"/>
                    <a:lumOff val="25000"/>
                  </a:schemeClr>
                </a:solidFill>
                <a:effectLst/>
                <a:latin typeface="Calibri" panose="020F0502020204030204" pitchFamily="34" charset="0"/>
                <a:cs typeface="Calibri" panose="020F0502020204030204" pitchFamily="34" charset="0"/>
              </a:rPr>
              <a:t>laborum</a:t>
            </a:r>
            <a:r>
              <a:rPr lang="es-CO" sz="1200" dirty="0">
                <a:solidFill>
                  <a:schemeClr val="tx1">
                    <a:lumMod val="75000"/>
                    <a:lumOff val="25000"/>
                  </a:schemeClr>
                </a:solidFill>
                <a:effectLst/>
                <a:latin typeface="Calibri" panose="020F0502020204030204" pitchFamily="34" charset="0"/>
                <a:cs typeface="Calibri" panose="020F0502020204030204" pitchFamily="34" charset="0"/>
              </a:rPr>
              <a:t>.</a:t>
            </a:r>
            <a:endParaRPr lang="es-CO" sz="1200" dirty="0">
              <a:solidFill>
                <a:schemeClr val="tx1">
                  <a:lumMod val="75000"/>
                  <a:lumOff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9937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D3C843-13C3-2A32-6FE3-EE64E01068AF}"/>
              </a:ext>
            </a:extLst>
          </p:cNvPr>
          <p:cNvSpPr>
            <a:spLocks noGrp="1"/>
          </p:cNvSpPr>
          <p:nvPr>
            <p:ph type="title" idx="4294967295"/>
          </p:nvPr>
        </p:nvSpPr>
        <p:spPr>
          <a:xfrm>
            <a:off x="6594967" y="705019"/>
            <a:ext cx="4847897" cy="1325563"/>
          </a:xfrm>
        </p:spPr>
        <p:txBody>
          <a:bodyPr/>
          <a:lstStyle/>
          <a:p>
            <a:endParaRPr lang="es-CO" dirty="0"/>
          </a:p>
        </p:txBody>
      </p:sp>
      <p:sp>
        <p:nvSpPr>
          <p:cNvPr id="5" name="TextBox 17">
            <a:extLst>
              <a:ext uri="{FF2B5EF4-FFF2-40B4-BE49-F238E27FC236}">
                <a16:creationId xmlns:a16="http://schemas.microsoft.com/office/drawing/2014/main" id="{840B61EB-31F1-42E1-DA03-AE7FBE3BF572}"/>
              </a:ext>
            </a:extLst>
          </p:cNvPr>
          <p:cNvSpPr txBox="1"/>
          <p:nvPr/>
        </p:nvSpPr>
        <p:spPr>
          <a:xfrm>
            <a:off x="7578209" y="2809178"/>
            <a:ext cx="3455777" cy="1028358"/>
          </a:xfrm>
          <a:prstGeom prst="rect">
            <a:avLst/>
          </a:prstGeom>
          <a:noFill/>
        </p:spPr>
        <p:txBody>
          <a:bodyPr wrap="square" rtlCol="0">
            <a:spAutoFit/>
          </a:bodyPr>
          <a:lstStyle/>
          <a:p>
            <a:pPr algn="just">
              <a:lnSpc>
                <a:spcPct val="150000"/>
              </a:lnSpc>
            </a:pPr>
            <a:r>
              <a:rPr lang="en-US" sz="1400" dirty="0" err="1">
                <a:solidFill>
                  <a:schemeClr val="tx1">
                    <a:lumMod val="75000"/>
                    <a:lumOff val="25000"/>
                  </a:schemeClr>
                </a:solidFill>
                <a:latin typeface="Calibri" panose="020F0502020204030204" pitchFamily="34" charset="0"/>
                <a:cs typeface="Calibri" panose="020F0502020204030204" pitchFamily="34" charset="0"/>
              </a:rPr>
              <a:t>Lectus</a:t>
            </a:r>
            <a:r>
              <a:rPr lang="en-US" sz="1400" dirty="0">
                <a:solidFill>
                  <a:schemeClr val="tx1">
                    <a:lumMod val="75000"/>
                    <a:lumOff val="25000"/>
                  </a:schemeClr>
                </a:solidFill>
                <a:latin typeface="Calibri" panose="020F0502020204030204" pitchFamily="34" charset="0"/>
                <a:cs typeface="Calibri" panose="020F0502020204030204" pitchFamily="34" charset="0"/>
              </a:rPr>
              <a:t> sit </a:t>
            </a:r>
            <a:r>
              <a:rPr lang="en-US" sz="1400" dirty="0" err="1">
                <a:solidFill>
                  <a:schemeClr val="tx1">
                    <a:lumMod val="75000"/>
                    <a:lumOff val="25000"/>
                  </a:schemeClr>
                </a:solidFill>
                <a:latin typeface="Calibri" panose="020F0502020204030204" pitchFamily="34" charset="0"/>
                <a:cs typeface="Calibri" panose="020F0502020204030204" pitchFamily="34" charset="0"/>
              </a:rPr>
              <a:t>ilaas</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amet</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est</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placerat</a:t>
            </a:r>
            <a:r>
              <a:rPr lang="en-US" sz="1400" dirty="0">
                <a:solidFill>
                  <a:schemeClr val="tx1">
                    <a:lumMod val="75000"/>
                    <a:lumOff val="25000"/>
                  </a:schemeClr>
                </a:solidFill>
                <a:latin typeface="Calibri" panose="020F0502020204030204" pitchFamily="34" charset="0"/>
                <a:cs typeface="Calibri" panose="020F0502020204030204" pitchFamily="34" charset="0"/>
              </a:rPr>
              <a:t> in </a:t>
            </a:r>
            <a:r>
              <a:rPr lang="en-US" sz="1400" dirty="0" err="1">
                <a:solidFill>
                  <a:schemeClr val="tx1">
                    <a:lumMod val="75000"/>
                    <a:lumOff val="25000"/>
                  </a:schemeClr>
                </a:solidFill>
                <a:latin typeface="Calibri" panose="020F0502020204030204" pitchFamily="34" charset="0"/>
                <a:cs typeface="Calibri" panose="020F0502020204030204" pitchFamily="34" charset="0"/>
              </a:rPr>
              <a:t>egestas</a:t>
            </a:r>
            <a:r>
              <a:rPr lang="en-US" sz="1400" dirty="0">
                <a:solidFill>
                  <a:schemeClr val="tx1">
                    <a:lumMod val="75000"/>
                    <a:lumOff val="25000"/>
                  </a:schemeClr>
                </a:solidFill>
                <a:latin typeface="Calibri" panose="020F0502020204030204" pitchFamily="34" charset="0"/>
                <a:cs typeface="Calibri" panose="020F0502020204030204" pitchFamily="34" charset="0"/>
              </a:rPr>
              <a:t>. Donec </a:t>
            </a:r>
            <a:r>
              <a:rPr lang="en-US" sz="1400" dirty="0" err="1">
                <a:solidFill>
                  <a:schemeClr val="tx1">
                    <a:lumMod val="75000"/>
                    <a:lumOff val="25000"/>
                  </a:schemeClr>
                </a:solidFill>
                <a:latin typeface="Calibri" panose="020F0502020204030204" pitchFamily="34" charset="0"/>
                <a:cs typeface="Calibri" panose="020F0502020204030204" pitchFamily="34" charset="0"/>
              </a:rPr>
              <a:t>massa</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sapien</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faucibus</a:t>
            </a:r>
            <a:r>
              <a:rPr lang="en-US" sz="1400" dirty="0">
                <a:solidFill>
                  <a:schemeClr val="tx1">
                    <a:lumMod val="75000"/>
                    <a:lumOff val="25000"/>
                  </a:schemeClr>
                </a:solidFill>
                <a:latin typeface="Calibri" panose="020F0502020204030204" pitchFamily="34" charset="0"/>
                <a:cs typeface="Calibri" panose="020F0502020204030204" pitchFamily="34" charset="0"/>
              </a:rPr>
              <a:t> et </a:t>
            </a:r>
            <a:r>
              <a:rPr lang="en-US" sz="1400" dirty="0" err="1">
                <a:solidFill>
                  <a:schemeClr val="tx1">
                    <a:lumMod val="75000"/>
                    <a:lumOff val="25000"/>
                  </a:schemeClr>
                </a:solidFill>
                <a:latin typeface="Calibri" panose="020F0502020204030204" pitchFamily="34" charset="0"/>
                <a:cs typeface="Calibri" panose="020F0502020204030204" pitchFamily="34" charset="0"/>
              </a:rPr>
              <a:t>molestie</a:t>
            </a:r>
            <a:r>
              <a:rPr lang="en-US" sz="1400" dirty="0">
                <a:solidFill>
                  <a:schemeClr val="tx1">
                    <a:lumMod val="75000"/>
                    <a:lumOff val="25000"/>
                  </a:schemeClr>
                </a:solidFill>
                <a:latin typeface="Calibri" panose="020F0502020204030204" pitchFamily="34" charset="0"/>
                <a:cs typeface="Calibri" panose="020F0502020204030204" pitchFamily="34" charset="0"/>
              </a:rPr>
              <a:t> ac </a:t>
            </a:r>
            <a:r>
              <a:rPr lang="en-US" sz="1400" dirty="0" err="1">
                <a:solidFill>
                  <a:schemeClr val="tx1">
                    <a:lumMod val="75000"/>
                    <a:lumOff val="25000"/>
                  </a:schemeClr>
                </a:solidFill>
                <a:latin typeface="Calibri" panose="020F0502020204030204" pitchFamily="34" charset="0"/>
                <a:cs typeface="Calibri" panose="020F0502020204030204" pitchFamily="34" charset="0"/>
              </a:rPr>
              <a:t>feugiat</a:t>
            </a:r>
            <a:r>
              <a:rPr lang="en-US" sz="1400" dirty="0">
                <a:solidFill>
                  <a:schemeClr val="tx1">
                    <a:lumMod val="75000"/>
                    <a:lumOff val="25000"/>
                  </a:schemeClr>
                </a:solidFill>
                <a:latin typeface="Calibri" panose="020F0502020204030204" pitchFamily="34" charset="0"/>
                <a:cs typeface="Calibri" panose="020F0502020204030204" pitchFamily="34" charset="0"/>
              </a:rPr>
              <a:t> sed </a:t>
            </a:r>
            <a:r>
              <a:rPr lang="en-US" sz="1400" dirty="0" err="1">
                <a:solidFill>
                  <a:schemeClr val="tx1">
                    <a:lumMod val="75000"/>
                    <a:lumOff val="25000"/>
                  </a:schemeClr>
                </a:solidFill>
                <a:latin typeface="Calibri" panose="020F0502020204030204" pitchFamily="34" charset="0"/>
                <a:cs typeface="Calibri" panose="020F0502020204030204" pitchFamily="34" charset="0"/>
              </a:rPr>
              <a:t>turpis</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egestas</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convalis</a:t>
            </a:r>
            <a:r>
              <a:rPr lang="en-US" sz="1400" dirty="0">
                <a:solidFill>
                  <a:schemeClr val="tx1">
                    <a:lumMod val="75000"/>
                    <a:lumOff val="25000"/>
                  </a:schemeClr>
                </a:solidFill>
                <a:latin typeface="Calibri" panose="020F0502020204030204" pitchFamily="34" charset="0"/>
                <a:cs typeface="Calibri" panose="020F0502020204030204" pitchFamily="34" charset="0"/>
              </a:rPr>
              <a:t> sed. </a:t>
            </a:r>
          </a:p>
        </p:txBody>
      </p:sp>
      <p:sp>
        <p:nvSpPr>
          <p:cNvPr id="6" name="TextBox 18">
            <a:extLst>
              <a:ext uri="{FF2B5EF4-FFF2-40B4-BE49-F238E27FC236}">
                <a16:creationId xmlns:a16="http://schemas.microsoft.com/office/drawing/2014/main" id="{2B326156-94DF-1233-E9EF-5B98F5326FB8}"/>
              </a:ext>
            </a:extLst>
          </p:cNvPr>
          <p:cNvSpPr txBox="1"/>
          <p:nvPr/>
        </p:nvSpPr>
        <p:spPr>
          <a:xfrm>
            <a:off x="7577096" y="2439846"/>
            <a:ext cx="1085554" cy="369332"/>
          </a:xfrm>
          <a:prstGeom prst="rect">
            <a:avLst/>
          </a:prstGeom>
          <a:noFill/>
        </p:spPr>
        <p:txBody>
          <a:bodyPr wrap="none" rtlCol="0">
            <a:spAutoFit/>
          </a:bodyPr>
          <a:lstStyle/>
          <a:p>
            <a:r>
              <a:rPr lang="en-US" b="1" dirty="0">
                <a:solidFill>
                  <a:srgbClr val="2C4293"/>
                </a:solidFill>
                <a:latin typeface="Calibri" panose="020F0502020204030204" pitchFamily="34" charset="0"/>
                <a:cs typeface="Calibri" panose="020F0502020204030204" pitchFamily="34" charset="0"/>
              </a:rPr>
              <a:t>01. Título</a:t>
            </a:r>
            <a:endParaRPr lang="en-US" sz="200" b="1" dirty="0">
              <a:solidFill>
                <a:srgbClr val="2C4293"/>
              </a:solidFill>
              <a:latin typeface="Calibri" panose="020F0502020204030204" pitchFamily="34" charset="0"/>
              <a:cs typeface="Calibri" panose="020F0502020204030204" pitchFamily="34" charset="0"/>
            </a:endParaRPr>
          </a:p>
        </p:txBody>
      </p:sp>
      <p:sp>
        <p:nvSpPr>
          <p:cNvPr id="7" name="TextBox 19">
            <a:extLst>
              <a:ext uri="{FF2B5EF4-FFF2-40B4-BE49-F238E27FC236}">
                <a16:creationId xmlns:a16="http://schemas.microsoft.com/office/drawing/2014/main" id="{025E1F60-1837-0DEA-7A09-5EAAA33B07A0}"/>
              </a:ext>
            </a:extLst>
          </p:cNvPr>
          <p:cNvSpPr txBox="1"/>
          <p:nvPr/>
        </p:nvSpPr>
        <p:spPr>
          <a:xfrm>
            <a:off x="7578209" y="4656064"/>
            <a:ext cx="3455777" cy="1028358"/>
          </a:xfrm>
          <a:prstGeom prst="rect">
            <a:avLst/>
          </a:prstGeom>
          <a:noFill/>
        </p:spPr>
        <p:txBody>
          <a:bodyPr wrap="square" rtlCol="0">
            <a:spAutoFit/>
          </a:bodyPr>
          <a:lstStyle/>
          <a:p>
            <a:pPr algn="just">
              <a:lnSpc>
                <a:spcPct val="150000"/>
              </a:lnSpc>
            </a:pPr>
            <a:r>
              <a:rPr lang="en-US" sz="1400" dirty="0" err="1">
                <a:solidFill>
                  <a:schemeClr val="tx1">
                    <a:lumMod val="75000"/>
                    <a:lumOff val="25000"/>
                  </a:schemeClr>
                </a:solidFill>
                <a:latin typeface="Calibri" panose="020F0502020204030204" pitchFamily="34" charset="0"/>
                <a:cs typeface="Calibri" panose="020F0502020204030204" pitchFamily="34" charset="0"/>
              </a:rPr>
              <a:t>Lectus</a:t>
            </a:r>
            <a:r>
              <a:rPr lang="en-US" sz="1400" dirty="0">
                <a:solidFill>
                  <a:schemeClr val="tx1">
                    <a:lumMod val="75000"/>
                    <a:lumOff val="25000"/>
                  </a:schemeClr>
                </a:solidFill>
                <a:latin typeface="Calibri" panose="020F0502020204030204" pitchFamily="34" charset="0"/>
                <a:cs typeface="Calibri" panose="020F0502020204030204" pitchFamily="34" charset="0"/>
              </a:rPr>
              <a:t> sit </a:t>
            </a:r>
            <a:r>
              <a:rPr lang="en-US" sz="1400" dirty="0" err="1">
                <a:solidFill>
                  <a:schemeClr val="tx1">
                    <a:lumMod val="75000"/>
                    <a:lumOff val="25000"/>
                  </a:schemeClr>
                </a:solidFill>
                <a:latin typeface="Calibri" panose="020F0502020204030204" pitchFamily="34" charset="0"/>
                <a:cs typeface="Calibri" panose="020F0502020204030204" pitchFamily="34" charset="0"/>
              </a:rPr>
              <a:t>ilaas</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amet</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est</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placerat</a:t>
            </a:r>
            <a:r>
              <a:rPr lang="en-US" sz="1400" dirty="0">
                <a:solidFill>
                  <a:schemeClr val="tx1">
                    <a:lumMod val="75000"/>
                    <a:lumOff val="25000"/>
                  </a:schemeClr>
                </a:solidFill>
                <a:latin typeface="Calibri" panose="020F0502020204030204" pitchFamily="34" charset="0"/>
                <a:cs typeface="Calibri" panose="020F0502020204030204" pitchFamily="34" charset="0"/>
              </a:rPr>
              <a:t> in </a:t>
            </a:r>
            <a:r>
              <a:rPr lang="en-US" sz="1400" dirty="0" err="1">
                <a:solidFill>
                  <a:schemeClr val="tx1">
                    <a:lumMod val="75000"/>
                    <a:lumOff val="25000"/>
                  </a:schemeClr>
                </a:solidFill>
                <a:latin typeface="Calibri" panose="020F0502020204030204" pitchFamily="34" charset="0"/>
                <a:cs typeface="Calibri" panose="020F0502020204030204" pitchFamily="34" charset="0"/>
              </a:rPr>
              <a:t>egestas</a:t>
            </a:r>
            <a:r>
              <a:rPr lang="en-US" sz="1400" dirty="0">
                <a:solidFill>
                  <a:schemeClr val="tx1">
                    <a:lumMod val="75000"/>
                    <a:lumOff val="25000"/>
                  </a:schemeClr>
                </a:solidFill>
                <a:latin typeface="Calibri" panose="020F0502020204030204" pitchFamily="34" charset="0"/>
                <a:cs typeface="Calibri" panose="020F0502020204030204" pitchFamily="34" charset="0"/>
              </a:rPr>
              <a:t>. Donec </a:t>
            </a:r>
            <a:r>
              <a:rPr lang="en-US" sz="1400" dirty="0" err="1">
                <a:solidFill>
                  <a:schemeClr val="tx1">
                    <a:lumMod val="75000"/>
                    <a:lumOff val="25000"/>
                  </a:schemeClr>
                </a:solidFill>
                <a:latin typeface="Calibri" panose="020F0502020204030204" pitchFamily="34" charset="0"/>
                <a:cs typeface="Calibri" panose="020F0502020204030204" pitchFamily="34" charset="0"/>
              </a:rPr>
              <a:t>massa</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sapien</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faucibus</a:t>
            </a:r>
            <a:r>
              <a:rPr lang="en-US" sz="1400" dirty="0">
                <a:solidFill>
                  <a:schemeClr val="tx1">
                    <a:lumMod val="75000"/>
                    <a:lumOff val="25000"/>
                  </a:schemeClr>
                </a:solidFill>
                <a:latin typeface="Calibri" panose="020F0502020204030204" pitchFamily="34" charset="0"/>
                <a:cs typeface="Calibri" panose="020F0502020204030204" pitchFamily="34" charset="0"/>
              </a:rPr>
              <a:t> et </a:t>
            </a:r>
            <a:r>
              <a:rPr lang="en-US" sz="1400" dirty="0" err="1">
                <a:solidFill>
                  <a:schemeClr val="tx1">
                    <a:lumMod val="75000"/>
                    <a:lumOff val="25000"/>
                  </a:schemeClr>
                </a:solidFill>
                <a:latin typeface="Calibri" panose="020F0502020204030204" pitchFamily="34" charset="0"/>
                <a:cs typeface="Calibri" panose="020F0502020204030204" pitchFamily="34" charset="0"/>
              </a:rPr>
              <a:t>molestie</a:t>
            </a:r>
            <a:r>
              <a:rPr lang="en-US" sz="1400" dirty="0">
                <a:solidFill>
                  <a:schemeClr val="tx1">
                    <a:lumMod val="75000"/>
                    <a:lumOff val="25000"/>
                  </a:schemeClr>
                </a:solidFill>
                <a:latin typeface="Calibri" panose="020F0502020204030204" pitchFamily="34" charset="0"/>
                <a:cs typeface="Calibri" panose="020F0502020204030204" pitchFamily="34" charset="0"/>
              </a:rPr>
              <a:t> ac </a:t>
            </a:r>
            <a:r>
              <a:rPr lang="en-US" sz="1400" dirty="0" err="1">
                <a:solidFill>
                  <a:schemeClr val="tx1">
                    <a:lumMod val="75000"/>
                    <a:lumOff val="25000"/>
                  </a:schemeClr>
                </a:solidFill>
                <a:latin typeface="Calibri" panose="020F0502020204030204" pitchFamily="34" charset="0"/>
                <a:cs typeface="Calibri" panose="020F0502020204030204" pitchFamily="34" charset="0"/>
              </a:rPr>
              <a:t>feugiat</a:t>
            </a:r>
            <a:r>
              <a:rPr lang="en-US" sz="1400" dirty="0">
                <a:solidFill>
                  <a:schemeClr val="tx1">
                    <a:lumMod val="75000"/>
                    <a:lumOff val="25000"/>
                  </a:schemeClr>
                </a:solidFill>
                <a:latin typeface="Calibri" panose="020F0502020204030204" pitchFamily="34" charset="0"/>
                <a:cs typeface="Calibri" panose="020F0502020204030204" pitchFamily="34" charset="0"/>
              </a:rPr>
              <a:t> sed </a:t>
            </a:r>
            <a:r>
              <a:rPr lang="en-US" sz="1400" dirty="0" err="1">
                <a:solidFill>
                  <a:schemeClr val="tx1">
                    <a:lumMod val="75000"/>
                    <a:lumOff val="25000"/>
                  </a:schemeClr>
                </a:solidFill>
                <a:latin typeface="Calibri" panose="020F0502020204030204" pitchFamily="34" charset="0"/>
                <a:cs typeface="Calibri" panose="020F0502020204030204" pitchFamily="34" charset="0"/>
              </a:rPr>
              <a:t>turpis</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egestas</a:t>
            </a:r>
            <a:r>
              <a:rPr lang="en-US" sz="1400" dirty="0">
                <a:solidFill>
                  <a:schemeClr val="tx1">
                    <a:lumMod val="75000"/>
                    <a:lumOff val="25000"/>
                  </a:schemeClr>
                </a:solidFill>
                <a:latin typeface="Calibri" panose="020F0502020204030204" pitchFamily="34"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cs typeface="Calibri" panose="020F0502020204030204" pitchFamily="34" charset="0"/>
              </a:rPr>
              <a:t>convalis</a:t>
            </a:r>
            <a:r>
              <a:rPr lang="en-US" sz="1400" dirty="0">
                <a:solidFill>
                  <a:schemeClr val="tx1">
                    <a:lumMod val="75000"/>
                    <a:lumOff val="25000"/>
                  </a:schemeClr>
                </a:solidFill>
                <a:latin typeface="Calibri" panose="020F0502020204030204" pitchFamily="34" charset="0"/>
                <a:cs typeface="Calibri" panose="020F0502020204030204" pitchFamily="34" charset="0"/>
              </a:rPr>
              <a:t> sed. </a:t>
            </a:r>
          </a:p>
        </p:txBody>
      </p:sp>
      <p:sp>
        <p:nvSpPr>
          <p:cNvPr id="8" name="TextBox 20">
            <a:extLst>
              <a:ext uri="{FF2B5EF4-FFF2-40B4-BE49-F238E27FC236}">
                <a16:creationId xmlns:a16="http://schemas.microsoft.com/office/drawing/2014/main" id="{659D9852-E46B-3EF7-3A5A-DB8BAFC6C3C4}"/>
              </a:ext>
            </a:extLst>
          </p:cNvPr>
          <p:cNvSpPr txBox="1"/>
          <p:nvPr/>
        </p:nvSpPr>
        <p:spPr>
          <a:xfrm>
            <a:off x="7577096" y="4286732"/>
            <a:ext cx="1085554" cy="369332"/>
          </a:xfrm>
          <a:prstGeom prst="rect">
            <a:avLst/>
          </a:prstGeom>
          <a:noFill/>
        </p:spPr>
        <p:txBody>
          <a:bodyPr wrap="none" rtlCol="0">
            <a:spAutoFit/>
          </a:bodyPr>
          <a:lstStyle/>
          <a:p>
            <a:r>
              <a:rPr lang="en-US" b="1" dirty="0">
                <a:solidFill>
                  <a:srgbClr val="2C4293"/>
                </a:solidFill>
                <a:latin typeface="Calibri" panose="020F0502020204030204" pitchFamily="34" charset="0"/>
                <a:cs typeface="Calibri" panose="020F0502020204030204" pitchFamily="34" charset="0"/>
              </a:rPr>
              <a:t>02. Título</a:t>
            </a:r>
            <a:endParaRPr lang="en-US" sz="200" b="1" dirty="0">
              <a:solidFill>
                <a:srgbClr val="2C4293"/>
              </a:solidFill>
              <a:latin typeface="Calibri" panose="020F0502020204030204" pitchFamily="34" charset="0"/>
              <a:cs typeface="Calibri" panose="020F0502020204030204" pitchFamily="34" charset="0"/>
            </a:endParaRPr>
          </a:p>
        </p:txBody>
      </p:sp>
      <p:sp>
        <p:nvSpPr>
          <p:cNvPr id="9" name="Freeform 21">
            <a:extLst>
              <a:ext uri="{FF2B5EF4-FFF2-40B4-BE49-F238E27FC236}">
                <a16:creationId xmlns:a16="http://schemas.microsoft.com/office/drawing/2014/main" id="{7CC89E4A-A926-8F34-E70B-71F206EBC14C}"/>
              </a:ext>
            </a:extLst>
          </p:cNvPr>
          <p:cNvSpPr/>
          <p:nvPr/>
        </p:nvSpPr>
        <p:spPr>
          <a:xfrm>
            <a:off x="6864610" y="2561961"/>
            <a:ext cx="499835" cy="408956"/>
          </a:xfrm>
          <a:custGeom>
            <a:avLst/>
            <a:gdLst>
              <a:gd name="connsiteX0" fmla="*/ 454396 w 499835"/>
              <a:gd name="connsiteY0" fmla="*/ 0 h 408956"/>
              <a:gd name="connsiteX1" fmla="*/ 45440 w 499835"/>
              <a:gd name="connsiteY1" fmla="*/ 0 h 408956"/>
              <a:gd name="connsiteX2" fmla="*/ 0 w 499835"/>
              <a:gd name="connsiteY2" fmla="*/ 45440 h 408956"/>
              <a:gd name="connsiteX3" fmla="*/ 0 w 499835"/>
              <a:gd name="connsiteY3" fmla="*/ 363517 h 408956"/>
              <a:gd name="connsiteX4" fmla="*/ 45440 w 499835"/>
              <a:gd name="connsiteY4" fmla="*/ 408956 h 408956"/>
              <a:gd name="connsiteX5" fmla="*/ 454396 w 499835"/>
              <a:gd name="connsiteY5" fmla="*/ 408956 h 408956"/>
              <a:gd name="connsiteX6" fmla="*/ 499835 w 499835"/>
              <a:gd name="connsiteY6" fmla="*/ 363517 h 408956"/>
              <a:gd name="connsiteX7" fmla="*/ 499835 w 499835"/>
              <a:gd name="connsiteY7" fmla="*/ 45440 h 408956"/>
              <a:gd name="connsiteX8" fmla="*/ 454396 w 499835"/>
              <a:gd name="connsiteY8" fmla="*/ 0 h 408956"/>
              <a:gd name="connsiteX9" fmla="*/ 454396 w 499835"/>
              <a:gd name="connsiteY9" fmla="*/ 363517 h 408956"/>
              <a:gd name="connsiteX10" fmla="*/ 45440 w 499835"/>
              <a:gd name="connsiteY10" fmla="*/ 363517 h 408956"/>
              <a:gd name="connsiteX11" fmla="*/ 45440 w 499835"/>
              <a:gd name="connsiteY11" fmla="*/ 45440 h 408956"/>
              <a:gd name="connsiteX12" fmla="*/ 454396 w 499835"/>
              <a:gd name="connsiteY12" fmla="*/ 45440 h 408956"/>
              <a:gd name="connsiteX13" fmla="*/ 454396 w 499835"/>
              <a:gd name="connsiteY13" fmla="*/ 363517 h 408956"/>
              <a:gd name="connsiteX14" fmla="*/ 90879 w 499835"/>
              <a:gd name="connsiteY14" fmla="*/ 159039 h 408956"/>
              <a:gd name="connsiteX15" fmla="*/ 295357 w 499835"/>
              <a:gd name="connsiteY15" fmla="*/ 159039 h 408956"/>
              <a:gd name="connsiteX16" fmla="*/ 295357 w 499835"/>
              <a:gd name="connsiteY16" fmla="*/ 204478 h 408956"/>
              <a:gd name="connsiteX17" fmla="*/ 90879 w 499835"/>
              <a:gd name="connsiteY17" fmla="*/ 204478 h 408956"/>
              <a:gd name="connsiteX18" fmla="*/ 90879 w 499835"/>
              <a:gd name="connsiteY18" fmla="*/ 90879 h 408956"/>
              <a:gd name="connsiteX19" fmla="*/ 295357 w 499835"/>
              <a:gd name="connsiteY19" fmla="*/ 90879 h 408956"/>
              <a:gd name="connsiteX20" fmla="*/ 295357 w 499835"/>
              <a:gd name="connsiteY20" fmla="*/ 136319 h 408956"/>
              <a:gd name="connsiteX21" fmla="*/ 90879 w 499835"/>
              <a:gd name="connsiteY21" fmla="*/ 136319 h 408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9835" h="408956">
                <a:moveTo>
                  <a:pt x="454396" y="0"/>
                </a:moveTo>
                <a:lnTo>
                  <a:pt x="45440" y="0"/>
                </a:lnTo>
                <a:cubicBezTo>
                  <a:pt x="20448" y="0"/>
                  <a:pt x="0" y="20448"/>
                  <a:pt x="0" y="45440"/>
                </a:cubicBezTo>
                <a:lnTo>
                  <a:pt x="0" y="363517"/>
                </a:lnTo>
                <a:cubicBezTo>
                  <a:pt x="0" y="388508"/>
                  <a:pt x="20448" y="408956"/>
                  <a:pt x="45440" y="408956"/>
                </a:cubicBezTo>
                <a:lnTo>
                  <a:pt x="454396" y="408956"/>
                </a:lnTo>
                <a:cubicBezTo>
                  <a:pt x="479388" y="408956"/>
                  <a:pt x="499835" y="388508"/>
                  <a:pt x="499835" y="363517"/>
                </a:cubicBezTo>
                <a:lnTo>
                  <a:pt x="499835" y="45440"/>
                </a:lnTo>
                <a:cubicBezTo>
                  <a:pt x="499835" y="20448"/>
                  <a:pt x="479388" y="0"/>
                  <a:pt x="454396" y="0"/>
                </a:cubicBezTo>
                <a:close/>
                <a:moveTo>
                  <a:pt x="454396" y="363517"/>
                </a:moveTo>
                <a:lnTo>
                  <a:pt x="45440" y="363517"/>
                </a:lnTo>
                <a:lnTo>
                  <a:pt x="45440" y="45440"/>
                </a:lnTo>
                <a:lnTo>
                  <a:pt x="454396" y="45440"/>
                </a:lnTo>
                <a:lnTo>
                  <a:pt x="454396" y="363517"/>
                </a:lnTo>
                <a:close/>
                <a:moveTo>
                  <a:pt x="90879" y="159039"/>
                </a:moveTo>
                <a:lnTo>
                  <a:pt x="295357" y="159039"/>
                </a:lnTo>
                <a:lnTo>
                  <a:pt x="295357" y="204478"/>
                </a:lnTo>
                <a:lnTo>
                  <a:pt x="90879" y="204478"/>
                </a:lnTo>
                <a:close/>
                <a:moveTo>
                  <a:pt x="90879" y="90879"/>
                </a:moveTo>
                <a:lnTo>
                  <a:pt x="295357" y="90879"/>
                </a:lnTo>
                <a:lnTo>
                  <a:pt x="295357" y="136319"/>
                </a:lnTo>
                <a:lnTo>
                  <a:pt x="90879" y="136319"/>
                </a:lnTo>
                <a:close/>
              </a:path>
            </a:pathLst>
          </a:custGeom>
          <a:solidFill>
            <a:srgbClr val="2C4293"/>
          </a:solidFill>
          <a:ln w="22622" cap="flat">
            <a:noFill/>
            <a:prstDash val="solid"/>
            <a:miter/>
          </a:ln>
        </p:spPr>
        <p:txBody>
          <a:bodyPr rtlCol="0" anchor="ctr"/>
          <a:lstStyle/>
          <a:p>
            <a:endParaRPr lang="en-US"/>
          </a:p>
        </p:txBody>
      </p:sp>
      <p:sp>
        <p:nvSpPr>
          <p:cNvPr id="10" name="Freeform 22">
            <a:extLst>
              <a:ext uri="{FF2B5EF4-FFF2-40B4-BE49-F238E27FC236}">
                <a16:creationId xmlns:a16="http://schemas.microsoft.com/office/drawing/2014/main" id="{E300DFC4-7C54-68DF-3728-150DEE604601}"/>
              </a:ext>
            </a:extLst>
          </p:cNvPr>
          <p:cNvSpPr/>
          <p:nvPr/>
        </p:nvSpPr>
        <p:spPr>
          <a:xfrm>
            <a:off x="6883522" y="4430075"/>
            <a:ext cx="462012" cy="420011"/>
          </a:xfrm>
          <a:custGeom>
            <a:avLst/>
            <a:gdLst>
              <a:gd name="connsiteX0" fmla="*/ 76200 w 209550"/>
              <a:gd name="connsiteY0" fmla="*/ 190500 h 190500"/>
              <a:gd name="connsiteX1" fmla="*/ 161925 w 209550"/>
              <a:gd name="connsiteY1" fmla="*/ 190500 h 190500"/>
              <a:gd name="connsiteX2" fmla="*/ 179451 w 209550"/>
              <a:gd name="connsiteY2" fmla="*/ 178880 h 190500"/>
              <a:gd name="connsiteX3" fmla="*/ 208217 w 209550"/>
              <a:gd name="connsiteY3" fmla="*/ 111728 h 190500"/>
              <a:gd name="connsiteX4" fmla="*/ 209550 w 209550"/>
              <a:gd name="connsiteY4" fmla="*/ 104775 h 190500"/>
              <a:gd name="connsiteX5" fmla="*/ 209550 w 209550"/>
              <a:gd name="connsiteY5" fmla="*/ 85725 h 190500"/>
              <a:gd name="connsiteX6" fmla="*/ 190500 w 209550"/>
              <a:gd name="connsiteY6" fmla="*/ 66675 h 190500"/>
              <a:gd name="connsiteX7" fmla="*/ 130397 w 209550"/>
              <a:gd name="connsiteY7" fmla="*/ 66675 h 190500"/>
              <a:gd name="connsiteX8" fmla="*/ 139446 w 209550"/>
              <a:gd name="connsiteY8" fmla="*/ 23146 h 190500"/>
              <a:gd name="connsiteX9" fmla="*/ 139732 w 209550"/>
              <a:gd name="connsiteY9" fmla="*/ 20098 h 190500"/>
              <a:gd name="connsiteX10" fmla="*/ 135541 w 209550"/>
              <a:gd name="connsiteY10" fmla="*/ 10001 h 190500"/>
              <a:gd name="connsiteX11" fmla="*/ 125444 w 209550"/>
              <a:gd name="connsiteY11" fmla="*/ 0 h 190500"/>
              <a:gd name="connsiteX12" fmla="*/ 62675 w 209550"/>
              <a:gd name="connsiteY12" fmla="*/ 62770 h 190500"/>
              <a:gd name="connsiteX13" fmla="*/ 57150 w 209550"/>
              <a:gd name="connsiteY13" fmla="*/ 76200 h 190500"/>
              <a:gd name="connsiteX14" fmla="*/ 57150 w 209550"/>
              <a:gd name="connsiteY14" fmla="*/ 171450 h 190500"/>
              <a:gd name="connsiteX15" fmla="*/ 76200 w 209550"/>
              <a:gd name="connsiteY15" fmla="*/ 190500 h 190500"/>
              <a:gd name="connsiteX16" fmla="*/ 76200 w 209550"/>
              <a:gd name="connsiteY16" fmla="*/ 76200 h 190500"/>
              <a:gd name="connsiteX17" fmla="*/ 117539 w 209550"/>
              <a:gd name="connsiteY17" fmla="*/ 34862 h 190500"/>
              <a:gd name="connsiteX18" fmla="*/ 104775 w 209550"/>
              <a:gd name="connsiteY18" fmla="*/ 85725 h 190500"/>
              <a:gd name="connsiteX19" fmla="*/ 190500 w 209550"/>
              <a:gd name="connsiteY19" fmla="*/ 85725 h 190500"/>
              <a:gd name="connsiteX20" fmla="*/ 190500 w 209550"/>
              <a:gd name="connsiteY20" fmla="*/ 104775 h 190500"/>
              <a:gd name="connsiteX21" fmla="*/ 161925 w 209550"/>
              <a:gd name="connsiteY21" fmla="*/ 171450 h 190500"/>
              <a:gd name="connsiteX22" fmla="*/ 76200 w 209550"/>
              <a:gd name="connsiteY22" fmla="*/ 171450 h 190500"/>
              <a:gd name="connsiteX23" fmla="*/ 76200 w 209550"/>
              <a:gd name="connsiteY23" fmla="*/ 76200 h 190500"/>
              <a:gd name="connsiteX24" fmla="*/ 0 w 209550"/>
              <a:gd name="connsiteY24" fmla="*/ 76200 h 190500"/>
              <a:gd name="connsiteX25" fmla="*/ 38100 w 209550"/>
              <a:gd name="connsiteY25" fmla="*/ 76200 h 190500"/>
              <a:gd name="connsiteX26" fmla="*/ 38100 w 209550"/>
              <a:gd name="connsiteY26" fmla="*/ 190500 h 190500"/>
              <a:gd name="connsiteX27" fmla="*/ 0 w 209550"/>
              <a:gd name="connsiteY27" fmla="*/ 1905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9550" h="190500">
                <a:moveTo>
                  <a:pt x="76200" y="190500"/>
                </a:moveTo>
                <a:lnTo>
                  <a:pt x="161925" y="190500"/>
                </a:lnTo>
                <a:cubicBezTo>
                  <a:pt x="169831" y="190500"/>
                  <a:pt x="176594" y="185738"/>
                  <a:pt x="179451" y="178880"/>
                </a:cubicBezTo>
                <a:lnTo>
                  <a:pt x="208217" y="111728"/>
                </a:lnTo>
                <a:cubicBezTo>
                  <a:pt x="209074" y="109538"/>
                  <a:pt x="209550" y="107252"/>
                  <a:pt x="209550" y="104775"/>
                </a:cubicBezTo>
                <a:lnTo>
                  <a:pt x="209550" y="85725"/>
                </a:lnTo>
                <a:cubicBezTo>
                  <a:pt x="209550" y="75248"/>
                  <a:pt x="200978" y="66675"/>
                  <a:pt x="190500" y="66675"/>
                </a:cubicBezTo>
                <a:lnTo>
                  <a:pt x="130397" y="66675"/>
                </a:lnTo>
                <a:lnTo>
                  <a:pt x="139446" y="23146"/>
                </a:lnTo>
                <a:lnTo>
                  <a:pt x="139732" y="20098"/>
                </a:lnTo>
                <a:cubicBezTo>
                  <a:pt x="139732" y="16193"/>
                  <a:pt x="138113" y="12573"/>
                  <a:pt x="135541" y="10001"/>
                </a:cubicBezTo>
                <a:lnTo>
                  <a:pt x="125444" y="0"/>
                </a:lnTo>
                <a:lnTo>
                  <a:pt x="62675" y="62770"/>
                </a:lnTo>
                <a:cubicBezTo>
                  <a:pt x="59245" y="66199"/>
                  <a:pt x="57150" y="70961"/>
                  <a:pt x="57150" y="76200"/>
                </a:cubicBezTo>
                <a:lnTo>
                  <a:pt x="57150" y="171450"/>
                </a:lnTo>
                <a:cubicBezTo>
                  <a:pt x="57150" y="181928"/>
                  <a:pt x="65723" y="190500"/>
                  <a:pt x="76200" y="190500"/>
                </a:cubicBezTo>
                <a:close/>
                <a:moveTo>
                  <a:pt x="76200" y="76200"/>
                </a:moveTo>
                <a:lnTo>
                  <a:pt x="117539" y="34862"/>
                </a:lnTo>
                <a:lnTo>
                  <a:pt x="104775" y="85725"/>
                </a:lnTo>
                <a:lnTo>
                  <a:pt x="190500" y="85725"/>
                </a:lnTo>
                <a:lnTo>
                  <a:pt x="190500" y="104775"/>
                </a:lnTo>
                <a:lnTo>
                  <a:pt x="161925" y="171450"/>
                </a:lnTo>
                <a:lnTo>
                  <a:pt x="76200" y="171450"/>
                </a:lnTo>
                <a:lnTo>
                  <a:pt x="76200" y="76200"/>
                </a:lnTo>
                <a:close/>
                <a:moveTo>
                  <a:pt x="0" y="76200"/>
                </a:moveTo>
                <a:lnTo>
                  <a:pt x="38100" y="76200"/>
                </a:lnTo>
                <a:lnTo>
                  <a:pt x="38100" y="190500"/>
                </a:lnTo>
                <a:lnTo>
                  <a:pt x="0" y="190500"/>
                </a:lnTo>
                <a:close/>
              </a:path>
            </a:pathLst>
          </a:custGeom>
          <a:solidFill>
            <a:srgbClr val="2C4293"/>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164531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52DEB-B4B2-61A7-EA45-83885597B082}"/>
              </a:ext>
            </a:extLst>
          </p:cNvPr>
          <p:cNvSpPr>
            <a:spLocks noGrp="1"/>
          </p:cNvSpPr>
          <p:nvPr>
            <p:ph type="title"/>
          </p:nvPr>
        </p:nvSpPr>
        <p:spPr>
          <a:xfrm>
            <a:off x="784183" y="1390121"/>
            <a:ext cx="10515600" cy="1325563"/>
          </a:xfrm>
        </p:spPr>
        <p:txBody>
          <a:bodyPr/>
          <a:lstStyle/>
          <a:p>
            <a:endParaRPr lang="es-CO" dirty="0"/>
          </a:p>
        </p:txBody>
      </p:sp>
      <p:sp>
        <p:nvSpPr>
          <p:cNvPr id="3" name="Google Shape;720;p46">
            <a:extLst>
              <a:ext uri="{FF2B5EF4-FFF2-40B4-BE49-F238E27FC236}">
                <a16:creationId xmlns:a16="http://schemas.microsoft.com/office/drawing/2014/main" id="{B97B4B3B-A777-7E43-EFE3-8695A2E46F16}"/>
              </a:ext>
            </a:extLst>
          </p:cNvPr>
          <p:cNvSpPr/>
          <p:nvPr/>
        </p:nvSpPr>
        <p:spPr>
          <a:xfrm>
            <a:off x="8543193" y="2876607"/>
            <a:ext cx="1342737" cy="1342737"/>
          </a:xfrm>
          <a:prstGeom prst="arc">
            <a:avLst>
              <a:gd name="adj1" fmla="val 1073640"/>
              <a:gd name="adj2" fmla="val 9921835"/>
            </a:avLst>
          </a:prstGeom>
          <a:noFill/>
          <a:ln w="25400" cap="flat" cmpd="sng">
            <a:solidFill>
              <a:schemeClr val="lt1"/>
            </a:solidFill>
            <a:prstDash val="solid"/>
            <a:miter lim="800000"/>
            <a:headEnd type="none" w="sm" len="sm"/>
            <a:tailEnd type="none" w="sm" len="sm"/>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4" name="Google Shape;721;p46">
            <a:extLst>
              <a:ext uri="{FF2B5EF4-FFF2-40B4-BE49-F238E27FC236}">
                <a16:creationId xmlns:a16="http://schemas.microsoft.com/office/drawing/2014/main" id="{C020067B-B057-26E7-20C3-D55B10AC72DF}"/>
              </a:ext>
            </a:extLst>
          </p:cNvPr>
          <p:cNvSpPr/>
          <p:nvPr/>
        </p:nvSpPr>
        <p:spPr>
          <a:xfrm>
            <a:off x="6474249" y="2876607"/>
            <a:ext cx="1342737" cy="1342737"/>
          </a:xfrm>
          <a:prstGeom prst="arc">
            <a:avLst>
              <a:gd name="adj1" fmla="val 12301688"/>
              <a:gd name="adj2" fmla="val 19934398"/>
            </a:avLst>
          </a:prstGeom>
          <a:noFill/>
          <a:ln w="25400" cap="flat" cmpd="sng">
            <a:solidFill>
              <a:schemeClr val="lt1"/>
            </a:solidFill>
            <a:prstDash val="solid"/>
            <a:miter lim="800000"/>
            <a:headEnd type="none" w="sm" len="sm"/>
            <a:tailEnd type="none" w="sm" len="sm"/>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5" name="Google Shape;722;p46">
            <a:extLst>
              <a:ext uri="{FF2B5EF4-FFF2-40B4-BE49-F238E27FC236}">
                <a16:creationId xmlns:a16="http://schemas.microsoft.com/office/drawing/2014/main" id="{DEFA8E93-F08B-D433-B671-A9A3C74B807E}"/>
              </a:ext>
            </a:extLst>
          </p:cNvPr>
          <p:cNvSpPr/>
          <p:nvPr/>
        </p:nvSpPr>
        <p:spPr>
          <a:xfrm>
            <a:off x="4405302" y="2876608"/>
            <a:ext cx="1342737" cy="1342737"/>
          </a:xfrm>
          <a:prstGeom prst="arc">
            <a:avLst>
              <a:gd name="adj1" fmla="val 1113922"/>
              <a:gd name="adj2" fmla="val 9909111"/>
            </a:avLst>
          </a:prstGeom>
          <a:noFill/>
          <a:ln w="25400" cap="flat" cmpd="sng">
            <a:solidFill>
              <a:schemeClr val="lt1"/>
            </a:solidFill>
            <a:prstDash val="solid"/>
            <a:miter lim="800000"/>
            <a:headEnd type="none" w="sm" len="sm"/>
            <a:tailEnd type="none" w="sm" len="sm"/>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6" name="Google Shape;723;p46">
            <a:extLst>
              <a:ext uri="{FF2B5EF4-FFF2-40B4-BE49-F238E27FC236}">
                <a16:creationId xmlns:a16="http://schemas.microsoft.com/office/drawing/2014/main" id="{DB85D3C2-5D61-F7C0-945A-E77C094D2382}"/>
              </a:ext>
            </a:extLst>
          </p:cNvPr>
          <p:cNvSpPr/>
          <p:nvPr/>
        </p:nvSpPr>
        <p:spPr>
          <a:xfrm>
            <a:off x="2336357" y="2876609"/>
            <a:ext cx="1342737" cy="1342737"/>
          </a:xfrm>
          <a:prstGeom prst="arc">
            <a:avLst>
              <a:gd name="adj1" fmla="val 12003893"/>
              <a:gd name="adj2" fmla="val 20456995"/>
            </a:avLst>
          </a:prstGeom>
          <a:noFill/>
          <a:ln w="25400" cap="flat" cmpd="sng">
            <a:solidFill>
              <a:schemeClr val="lt1"/>
            </a:solidFill>
            <a:prstDash val="solid"/>
            <a:miter lim="800000"/>
            <a:headEnd type="none" w="sm" len="sm"/>
            <a:tailEnd type="none" w="sm" len="sm"/>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7" name="Google Shape;724;p46">
            <a:extLst>
              <a:ext uri="{FF2B5EF4-FFF2-40B4-BE49-F238E27FC236}">
                <a16:creationId xmlns:a16="http://schemas.microsoft.com/office/drawing/2014/main" id="{6D333678-4CAF-550D-EF4A-D8BC96A42233}"/>
              </a:ext>
            </a:extLst>
          </p:cNvPr>
          <p:cNvSpPr/>
          <p:nvPr/>
        </p:nvSpPr>
        <p:spPr>
          <a:xfrm>
            <a:off x="1301883" y="2876611"/>
            <a:ext cx="1342737" cy="1342737"/>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8" name="Google Shape;725;p46">
            <a:extLst>
              <a:ext uri="{FF2B5EF4-FFF2-40B4-BE49-F238E27FC236}">
                <a16:creationId xmlns:a16="http://schemas.microsoft.com/office/drawing/2014/main" id="{B14C76AE-DD11-B97B-7950-F59C64F59BE5}"/>
              </a:ext>
            </a:extLst>
          </p:cNvPr>
          <p:cNvSpPr/>
          <p:nvPr/>
        </p:nvSpPr>
        <p:spPr>
          <a:xfrm>
            <a:off x="3370829" y="2876611"/>
            <a:ext cx="1342737" cy="1342737"/>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9" name="Google Shape;726;p46">
            <a:extLst>
              <a:ext uri="{FF2B5EF4-FFF2-40B4-BE49-F238E27FC236}">
                <a16:creationId xmlns:a16="http://schemas.microsoft.com/office/drawing/2014/main" id="{48036B0A-FBF5-63F4-7F08-75F51A8C5F11}"/>
              </a:ext>
            </a:extLst>
          </p:cNvPr>
          <p:cNvSpPr/>
          <p:nvPr/>
        </p:nvSpPr>
        <p:spPr>
          <a:xfrm>
            <a:off x="5439775" y="2876610"/>
            <a:ext cx="1342737" cy="1342737"/>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10" name="Google Shape;727;p46">
            <a:extLst>
              <a:ext uri="{FF2B5EF4-FFF2-40B4-BE49-F238E27FC236}">
                <a16:creationId xmlns:a16="http://schemas.microsoft.com/office/drawing/2014/main" id="{0B9D9686-9A9B-9325-42B3-D41C3CD4BD5C}"/>
              </a:ext>
            </a:extLst>
          </p:cNvPr>
          <p:cNvSpPr/>
          <p:nvPr/>
        </p:nvSpPr>
        <p:spPr>
          <a:xfrm>
            <a:off x="7508721" y="2876609"/>
            <a:ext cx="1342737" cy="1342737"/>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11" name="Google Shape;728;p46">
            <a:extLst>
              <a:ext uri="{FF2B5EF4-FFF2-40B4-BE49-F238E27FC236}">
                <a16:creationId xmlns:a16="http://schemas.microsoft.com/office/drawing/2014/main" id="{0400E81D-C2A7-F6DC-1F3D-628A95FFB85E}"/>
              </a:ext>
            </a:extLst>
          </p:cNvPr>
          <p:cNvSpPr/>
          <p:nvPr/>
        </p:nvSpPr>
        <p:spPr>
          <a:xfrm>
            <a:off x="9577667" y="2876609"/>
            <a:ext cx="1342737" cy="1342737"/>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12" name="Google Shape;730;p46" descr="Computer with solid fill">
            <a:extLst>
              <a:ext uri="{FF2B5EF4-FFF2-40B4-BE49-F238E27FC236}">
                <a16:creationId xmlns:a16="http://schemas.microsoft.com/office/drawing/2014/main" id="{AF9441EE-C2EA-06AA-8F56-F6E8E056E638}"/>
              </a:ext>
            </a:extLst>
          </p:cNvPr>
          <p:cNvSpPr/>
          <p:nvPr/>
        </p:nvSpPr>
        <p:spPr>
          <a:xfrm>
            <a:off x="5835143" y="3379978"/>
            <a:ext cx="360000" cy="336000"/>
          </a:xfrm>
          <a:custGeom>
            <a:avLst/>
            <a:gdLst/>
            <a:ahLst/>
            <a:cxnLst/>
            <a:rect l="l" t="t" r="r" b="b"/>
            <a:pathLst>
              <a:path w="540000" h="504000" extrusionOk="0">
                <a:moveTo>
                  <a:pt x="486000" y="342000"/>
                </a:moveTo>
                <a:lnTo>
                  <a:pt x="54000" y="342000"/>
                </a:lnTo>
                <a:lnTo>
                  <a:pt x="54000" y="54000"/>
                </a:lnTo>
                <a:lnTo>
                  <a:pt x="486000" y="54000"/>
                </a:lnTo>
                <a:lnTo>
                  <a:pt x="486000" y="342000"/>
                </a:lnTo>
                <a:close/>
                <a:moveTo>
                  <a:pt x="504000" y="0"/>
                </a:moveTo>
                <a:lnTo>
                  <a:pt x="36000" y="0"/>
                </a:lnTo>
                <a:cubicBezTo>
                  <a:pt x="16200" y="0"/>
                  <a:pt x="0" y="16200"/>
                  <a:pt x="0" y="36000"/>
                </a:cubicBezTo>
                <a:lnTo>
                  <a:pt x="0" y="360000"/>
                </a:lnTo>
                <a:cubicBezTo>
                  <a:pt x="0" y="379800"/>
                  <a:pt x="16200" y="396000"/>
                  <a:pt x="36000" y="396000"/>
                </a:cubicBezTo>
                <a:lnTo>
                  <a:pt x="216000" y="396000"/>
                </a:lnTo>
                <a:lnTo>
                  <a:pt x="216000" y="450000"/>
                </a:lnTo>
                <a:lnTo>
                  <a:pt x="135000" y="450000"/>
                </a:lnTo>
                <a:lnTo>
                  <a:pt x="135000" y="504000"/>
                </a:lnTo>
                <a:lnTo>
                  <a:pt x="405000" y="504000"/>
                </a:lnTo>
                <a:lnTo>
                  <a:pt x="405000" y="450000"/>
                </a:lnTo>
                <a:lnTo>
                  <a:pt x="324000" y="450000"/>
                </a:lnTo>
                <a:lnTo>
                  <a:pt x="324000" y="396000"/>
                </a:lnTo>
                <a:lnTo>
                  <a:pt x="504000" y="396000"/>
                </a:lnTo>
                <a:cubicBezTo>
                  <a:pt x="523800" y="396000"/>
                  <a:pt x="540000" y="379800"/>
                  <a:pt x="540000" y="360000"/>
                </a:cubicBezTo>
                <a:lnTo>
                  <a:pt x="540000" y="36000"/>
                </a:lnTo>
                <a:cubicBezTo>
                  <a:pt x="540000" y="16200"/>
                  <a:pt x="523800" y="0"/>
                  <a:pt x="504000" y="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3" name="Google Shape;731;p46" descr="Computer with solid fill">
            <a:extLst>
              <a:ext uri="{FF2B5EF4-FFF2-40B4-BE49-F238E27FC236}">
                <a16:creationId xmlns:a16="http://schemas.microsoft.com/office/drawing/2014/main" id="{76CA3589-FD52-29F8-9389-E7FBAE28CEF3}"/>
              </a:ext>
            </a:extLst>
          </p:cNvPr>
          <p:cNvSpPr/>
          <p:nvPr/>
        </p:nvSpPr>
        <p:spPr>
          <a:xfrm>
            <a:off x="6219143" y="3379978"/>
            <a:ext cx="168000" cy="336000"/>
          </a:xfrm>
          <a:custGeom>
            <a:avLst/>
            <a:gdLst/>
            <a:ahLst/>
            <a:cxnLst/>
            <a:rect l="l" t="t" r="r" b="b"/>
            <a:pathLst>
              <a:path w="252000" h="504000" extrusionOk="0">
                <a:moveTo>
                  <a:pt x="216000" y="90000"/>
                </a:moveTo>
                <a:lnTo>
                  <a:pt x="36000" y="90000"/>
                </a:lnTo>
                <a:lnTo>
                  <a:pt x="36000" y="36000"/>
                </a:lnTo>
                <a:lnTo>
                  <a:pt x="216000" y="36000"/>
                </a:lnTo>
                <a:lnTo>
                  <a:pt x="216000" y="90000"/>
                </a:lnTo>
                <a:close/>
                <a:moveTo>
                  <a:pt x="216000" y="180000"/>
                </a:moveTo>
                <a:lnTo>
                  <a:pt x="36000" y="180000"/>
                </a:lnTo>
                <a:lnTo>
                  <a:pt x="36000" y="126000"/>
                </a:lnTo>
                <a:lnTo>
                  <a:pt x="216000" y="126000"/>
                </a:lnTo>
                <a:lnTo>
                  <a:pt x="216000" y="180000"/>
                </a:lnTo>
                <a:close/>
                <a:moveTo>
                  <a:pt x="126000" y="450000"/>
                </a:moveTo>
                <a:cubicBezTo>
                  <a:pt x="110700" y="450000"/>
                  <a:pt x="99000" y="438300"/>
                  <a:pt x="99000" y="423000"/>
                </a:cubicBezTo>
                <a:cubicBezTo>
                  <a:pt x="99000" y="407700"/>
                  <a:pt x="110700" y="396000"/>
                  <a:pt x="126000" y="396000"/>
                </a:cubicBezTo>
                <a:cubicBezTo>
                  <a:pt x="141300" y="396000"/>
                  <a:pt x="153000" y="407700"/>
                  <a:pt x="153000" y="423000"/>
                </a:cubicBezTo>
                <a:cubicBezTo>
                  <a:pt x="153000" y="438300"/>
                  <a:pt x="141300" y="450000"/>
                  <a:pt x="126000" y="450000"/>
                </a:cubicBezTo>
                <a:close/>
                <a:moveTo>
                  <a:pt x="216000" y="0"/>
                </a:moveTo>
                <a:lnTo>
                  <a:pt x="36000" y="0"/>
                </a:lnTo>
                <a:cubicBezTo>
                  <a:pt x="16200" y="0"/>
                  <a:pt x="0" y="16200"/>
                  <a:pt x="0" y="36000"/>
                </a:cubicBezTo>
                <a:lnTo>
                  <a:pt x="0" y="468000"/>
                </a:lnTo>
                <a:cubicBezTo>
                  <a:pt x="0" y="487800"/>
                  <a:pt x="16200" y="504000"/>
                  <a:pt x="36000" y="504000"/>
                </a:cubicBezTo>
                <a:lnTo>
                  <a:pt x="216000" y="504000"/>
                </a:lnTo>
                <a:cubicBezTo>
                  <a:pt x="235800" y="504000"/>
                  <a:pt x="252000" y="487800"/>
                  <a:pt x="252000" y="468000"/>
                </a:cubicBezTo>
                <a:lnTo>
                  <a:pt x="252000" y="36000"/>
                </a:lnTo>
                <a:cubicBezTo>
                  <a:pt x="252000" y="16200"/>
                  <a:pt x="235800" y="0"/>
                  <a:pt x="216000" y="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4" name="Google Shape;733;p46" descr="Web cam with solid fill">
            <a:extLst>
              <a:ext uri="{FF2B5EF4-FFF2-40B4-BE49-F238E27FC236}">
                <a16:creationId xmlns:a16="http://schemas.microsoft.com/office/drawing/2014/main" id="{19ECCE7A-E05F-6FD1-CB85-4636B214E707}"/>
              </a:ext>
            </a:extLst>
          </p:cNvPr>
          <p:cNvSpPr/>
          <p:nvPr/>
        </p:nvSpPr>
        <p:spPr>
          <a:xfrm>
            <a:off x="3874197" y="3343978"/>
            <a:ext cx="336000" cy="408000"/>
          </a:xfrm>
          <a:custGeom>
            <a:avLst/>
            <a:gdLst/>
            <a:ahLst/>
            <a:cxnLst/>
            <a:rect l="l" t="t" r="r" b="b"/>
            <a:pathLst>
              <a:path w="504000" h="612000" extrusionOk="0">
                <a:moveTo>
                  <a:pt x="108000" y="252000"/>
                </a:moveTo>
                <a:cubicBezTo>
                  <a:pt x="108000" y="172800"/>
                  <a:pt x="172800" y="108000"/>
                  <a:pt x="252000" y="108000"/>
                </a:cubicBezTo>
                <a:cubicBezTo>
                  <a:pt x="331200" y="108000"/>
                  <a:pt x="396000" y="172800"/>
                  <a:pt x="396000" y="252000"/>
                </a:cubicBezTo>
                <a:cubicBezTo>
                  <a:pt x="396000" y="331200"/>
                  <a:pt x="331200" y="396000"/>
                  <a:pt x="252000" y="396000"/>
                </a:cubicBezTo>
                <a:cubicBezTo>
                  <a:pt x="172800" y="396000"/>
                  <a:pt x="108000" y="331200"/>
                  <a:pt x="108000" y="252000"/>
                </a:cubicBezTo>
                <a:close/>
                <a:moveTo>
                  <a:pt x="252000" y="36000"/>
                </a:moveTo>
                <a:cubicBezTo>
                  <a:pt x="261900" y="36000"/>
                  <a:pt x="270000" y="44100"/>
                  <a:pt x="270000" y="54000"/>
                </a:cubicBezTo>
                <a:cubicBezTo>
                  <a:pt x="270000" y="63900"/>
                  <a:pt x="261900" y="72000"/>
                  <a:pt x="252000" y="72000"/>
                </a:cubicBezTo>
                <a:cubicBezTo>
                  <a:pt x="242100" y="72000"/>
                  <a:pt x="234000" y="63900"/>
                  <a:pt x="234000" y="54000"/>
                </a:cubicBezTo>
                <a:cubicBezTo>
                  <a:pt x="234000" y="44100"/>
                  <a:pt x="242100" y="36000"/>
                  <a:pt x="252000" y="36000"/>
                </a:cubicBezTo>
                <a:close/>
                <a:moveTo>
                  <a:pt x="436500" y="554400"/>
                </a:moveTo>
                <a:lnTo>
                  <a:pt x="324000" y="540000"/>
                </a:lnTo>
                <a:lnTo>
                  <a:pt x="324000" y="493200"/>
                </a:lnTo>
                <a:cubicBezTo>
                  <a:pt x="428400" y="462600"/>
                  <a:pt x="504000" y="366300"/>
                  <a:pt x="504000" y="252000"/>
                </a:cubicBezTo>
                <a:cubicBezTo>
                  <a:pt x="504000" y="112500"/>
                  <a:pt x="391500" y="0"/>
                  <a:pt x="252000" y="0"/>
                </a:cubicBezTo>
                <a:cubicBezTo>
                  <a:pt x="112500" y="0"/>
                  <a:pt x="0" y="112500"/>
                  <a:pt x="0" y="252000"/>
                </a:cubicBezTo>
                <a:cubicBezTo>
                  <a:pt x="0" y="366300"/>
                  <a:pt x="75600" y="462600"/>
                  <a:pt x="180000" y="493200"/>
                </a:cubicBezTo>
                <a:lnTo>
                  <a:pt x="180000" y="540000"/>
                </a:lnTo>
                <a:lnTo>
                  <a:pt x="67500" y="554400"/>
                </a:lnTo>
                <a:cubicBezTo>
                  <a:pt x="49500" y="557100"/>
                  <a:pt x="36000" y="572400"/>
                  <a:pt x="36000" y="590400"/>
                </a:cubicBezTo>
                <a:lnTo>
                  <a:pt x="36000" y="612000"/>
                </a:lnTo>
                <a:lnTo>
                  <a:pt x="468000" y="612000"/>
                </a:lnTo>
                <a:lnTo>
                  <a:pt x="468000" y="589500"/>
                </a:lnTo>
                <a:cubicBezTo>
                  <a:pt x="468000" y="571500"/>
                  <a:pt x="454500" y="556200"/>
                  <a:pt x="436500" y="55440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5" name="Google Shape;734;p46" descr="Web cam with solid fill">
            <a:extLst>
              <a:ext uri="{FF2B5EF4-FFF2-40B4-BE49-F238E27FC236}">
                <a16:creationId xmlns:a16="http://schemas.microsoft.com/office/drawing/2014/main" id="{85D89BFD-2E83-DC1F-4E2D-3299625A56AF}"/>
              </a:ext>
            </a:extLst>
          </p:cNvPr>
          <p:cNvSpPr/>
          <p:nvPr/>
        </p:nvSpPr>
        <p:spPr>
          <a:xfrm>
            <a:off x="3970197" y="3439978"/>
            <a:ext cx="144000" cy="144000"/>
          </a:xfrm>
          <a:custGeom>
            <a:avLst/>
            <a:gdLst/>
            <a:ahLst/>
            <a:cxnLst/>
            <a:rect l="l" t="t" r="r" b="b"/>
            <a:pathLst>
              <a:path w="216000" h="216000" extrusionOk="0">
                <a:moveTo>
                  <a:pt x="108000" y="162000"/>
                </a:moveTo>
                <a:cubicBezTo>
                  <a:pt x="78300" y="162000"/>
                  <a:pt x="54000" y="137700"/>
                  <a:pt x="54000" y="108000"/>
                </a:cubicBezTo>
                <a:cubicBezTo>
                  <a:pt x="54000" y="78300"/>
                  <a:pt x="78300" y="54000"/>
                  <a:pt x="108000" y="54000"/>
                </a:cubicBezTo>
                <a:cubicBezTo>
                  <a:pt x="137700" y="54000"/>
                  <a:pt x="162000" y="78300"/>
                  <a:pt x="162000" y="108000"/>
                </a:cubicBezTo>
                <a:cubicBezTo>
                  <a:pt x="162000" y="137700"/>
                  <a:pt x="137700" y="162000"/>
                  <a:pt x="108000" y="162000"/>
                </a:cubicBezTo>
                <a:close/>
                <a:moveTo>
                  <a:pt x="108000" y="0"/>
                </a:moveTo>
                <a:cubicBezTo>
                  <a:pt x="48600" y="0"/>
                  <a:pt x="0" y="48600"/>
                  <a:pt x="0" y="108000"/>
                </a:cubicBezTo>
                <a:cubicBezTo>
                  <a:pt x="0" y="167400"/>
                  <a:pt x="48600" y="216000"/>
                  <a:pt x="108000" y="216000"/>
                </a:cubicBezTo>
                <a:cubicBezTo>
                  <a:pt x="167400" y="216000"/>
                  <a:pt x="216000" y="167400"/>
                  <a:pt x="216000" y="108000"/>
                </a:cubicBezTo>
                <a:cubicBezTo>
                  <a:pt x="216000" y="48600"/>
                  <a:pt x="167400" y="0"/>
                  <a:pt x="108000" y="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6" name="Google Shape;735;p46" descr="Shield Tick with solid fill">
            <a:extLst>
              <a:ext uri="{FF2B5EF4-FFF2-40B4-BE49-F238E27FC236}">
                <a16:creationId xmlns:a16="http://schemas.microsoft.com/office/drawing/2014/main" id="{C852A535-D805-842C-453A-DDEA190A1225}"/>
              </a:ext>
            </a:extLst>
          </p:cNvPr>
          <p:cNvSpPr/>
          <p:nvPr/>
        </p:nvSpPr>
        <p:spPr>
          <a:xfrm>
            <a:off x="7976496" y="3307977"/>
            <a:ext cx="407623" cy="485973"/>
          </a:xfrm>
          <a:custGeom>
            <a:avLst/>
            <a:gdLst/>
            <a:ahLst/>
            <a:cxnLst/>
            <a:rect l="l" t="t" r="r" b="b"/>
            <a:pathLst>
              <a:path w="611434" h="728959" extrusionOk="0">
                <a:moveTo>
                  <a:pt x="580312" y="133569"/>
                </a:moveTo>
                <a:cubicBezTo>
                  <a:pt x="484854" y="125965"/>
                  <a:pt x="395843" y="82409"/>
                  <a:pt x="331264" y="11700"/>
                </a:cubicBezTo>
                <a:cubicBezTo>
                  <a:pt x="319091" y="-2409"/>
                  <a:pt x="297785" y="-3978"/>
                  <a:pt x="283676" y="8195"/>
                </a:cubicBezTo>
                <a:cubicBezTo>
                  <a:pt x="282423" y="9276"/>
                  <a:pt x="281252" y="10447"/>
                  <a:pt x="280171" y="11700"/>
                </a:cubicBezTo>
                <a:cubicBezTo>
                  <a:pt x="215592" y="82409"/>
                  <a:pt x="126581" y="125965"/>
                  <a:pt x="31123" y="133569"/>
                </a:cubicBezTo>
                <a:cubicBezTo>
                  <a:pt x="13385" y="135231"/>
                  <a:pt x="-133" y="150188"/>
                  <a:pt x="1" y="168003"/>
                </a:cubicBezTo>
                <a:lnTo>
                  <a:pt x="1" y="254880"/>
                </a:lnTo>
                <a:cubicBezTo>
                  <a:pt x="1" y="443754"/>
                  <a:pt x="120124" y="616527"/>
                  <a:pt x="286912" y="723438"/>
                </a:cubicBezTo>
                <a:cubicBezTo>
                  <a:pt x="298368" y="730800"/>
                  <a:pt x="313067" y="730800"/>
                  <a:pt x="324523" y="723438"/>
                </a:cubicBezTo>
                <a:cubicBezTo>
                  <a:pt x="491311" y="616500"/>
                  <a:pt x="611434" y="443754"/>
                  <a:pt x="611434" y="254880"/>
                </a:cubicBezTo>
                <a:lnTo>
                  <a:pt x="611434" y="168003"/>
                </a:lnTo>
                <a:cubicBezTo>
                  <a:pt x="611568" y="150188"/>
                  <a:pt x="598050" y="135231"/>
                  <a:pt x="580312" y="133569"/>
                </a:cubicBezTo>
                <a:close/>
                <a:moveTo>
                  <a:pt x="552934" y="254880"/>
                </a:moveTo>
                <a:cubicBezTo>
                  <a:pt x="552934" y="405180"/>
                  <a:pt x="463393" y="556803"/>
                  <a:pt x="313408" y="660564"/>
                </a:cubicBezTo>
                <a:lnTo>
                  <a:pt x="305722" y="665883"/>
                </a:lnTo>
                <a:lnTo>
                  <a:pt x="298045" y="660564"/>
                </a:lnTo>
                <a:cubicBezTo>
                  <a:pt x="148051" y="556794"/>
                  <a:pt x="58492" y="405135"/>
                  <a:pt x="58492" y="254880"/>
                </a:cubicBezTo>
                <a:lnTo>
                  <a:pt x="58492" y="189621"/>
                </a:lnTo>
                <a:lnTo>
                  <a:pt x="69868" y="187821"/>
                </a:lnTo>
                <a:cubicBezTo>
                  <a:pt x="154622" y="174419"/>
                  <a:pt x="233508" y="136211"/>
                  <a:pt x="296569" y="78021"/>
                </a:cubicBezTo>
                <a:lnTo>
                  <a:pt x="305713" y="69597"/>
                </a:lnTo>
                <a:lnTo>
                  <a:pt x="314866" y="78021"/>
                </a:lnTo>
                <a:cubicBezTo>
                  <a:pt x="377925" y="136211"/>
                  <a:pt x="456807" y="174419"/>
                  <a:pt x="541558" y="187821"/>
                </a:cubicBezTo>
                <a:lnTo>
                  <a:pt x="552934" y="189621"/>
                </a:ln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7" name="Google Shape;736;p46" descr="Shield Tick with solid fill">
            <a:extLst>
              <a:ext uri="{FF2B5EF4-FFF2-40B4-BE49-F238E27FC236}">
                <a16:creationId xmlns:a16="http://schemas.microsoft.com/office/drawing/2014/main" id="{563B2999-46CA-63D8-F2C6-9C010736751E}"/>
              </a:ext>
            </a:extLst>
          </p:cNvPr>
          <p:cNvSpPr/>
          <p:nvPr/>
        </p:nvSpPr>
        <p:spPr>
          <a:xfrm>
            <a:off x="8033491" y="3378705"/>
            <a:ext cx="293627" cy="351252"/>
          </a:xfrm>
          <a:custGeom>
            <a:avLst/>
            <a:gdLst/>
            <a:ahLst/>
            <a:cxnLst/>
            <a:rect l="l" t="t" r="r" b="b"/>
            <a:pathLst>
              <a:path w="440441" h="526878" extrusionOk="0">
                <a:moveTo>
                  <a:pt x="220221" y="0"/>
                </a:moveTo>
                <a:cubicBezTo>
                  <a:pt x="157733" y="54651"/>
                  <a:pt x="81649" y="91417"/>
                  <a:pt x="0" y="106416"/>
                </a:cubicBezTo>
                <a:lnTo>
                  <a:pt x="0" y="148788"/>
                </a:lnTo>
                <a:cubicBezTo>
                  <a:pt x="0" y="287631"/>
                  <a:pt x="82143" y="428355"/>
                  <a:pt x="220230" y="526878"/>
                </a:cubicBezTo>
                <a:cubicBezTo>
                  <a:pt x="358299" y="428373"/>
                  <a:pt x="440442" y="287640"/>
                  <a:pt x="440442" y="148788"/>
                </a:cubicBezTo>
                <a:lnTo>
                  <a:pt x="440442" y="106416"/>
                </a:lnTo>
                <a:cubicBezTo>
                  <a:pt x="358793" y="91417"/>
                  <a:pt x="282709" y="54651"/>
                  <a:pt x="220221" y="0"/>
                </a:cubicBezTo>
                <a:close/>
                <a:moveTo>
                  <a:pt x="197109" y="351405"/>
                </a:moveTo>
                <a:lnTo>
                  <a:pt x="106101" y="260388"/>
                </a:lnTo>
                <a:lnTo>
                  <a:pt x="137025" y="229464"/>
                </a:lnTo>
                <a:lnTo>
                  <a:pt x="197109" y="289548"/>
                </a:lnTo>
                <a:lnTo>
                  <a:pt x="320157" y="166500"/>
                </a:lnTo>
                <a:lnTo>
                  <a:pt x="351081" y="197433"/>
                </a:ln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8" name="Google Shape;737;p46">
            <a:extLst>
              <a:ext uri="{FF2B5EF4-FFF2-40B4-BE49-F238E27FC236}">
                <a16:creationId xmlns:a16="http://schemas.microsoft.com/office/drawing/2014/main" id="{D537F6AE-604A-1803-20DE-1E7F9AEE7626}"/>
              </a:ext>
            </a:extLst>
          </p:cNvPr>
          <p:cNvSpPr txBox="1"/>
          <p:nvPr/>
        </p:nvSpPr>
        <p:spPr>
          <a:xfrm>
            <a:off x="922504" y="4545199"/>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endParaRPr sz="1333" dirty="0">
              <a:solidFill>
                <a:srgbClr val="2CB5E0"/>
              </a:solidFill>
              <a:latin typeface="Impact" panose="020B0806030902050204" pitchFamily="34" charset="0"/>
              <a:ea typeface="Russo One"/>
              <a:cs typeface="Russo One"/>
              <a:sym typeface="Russo One"/>
            </a:endParaRPr>
          </a:p>
        </p:txBody>
      </p:sp>
      <p:sp>
        <p:nvSpPr>
          <p:cNvPr id="19" name="Google Shape;738;p46">
            <a:extLst>
              <a:ext uri="{FF2B5EF4-FFF2-40B4-BE49-F238E27FC236}">
                <a16:creationId xmlns:a16="http://schemas.microsoft.com/office/drawing/2014/main" id="{BCA4B911-D1C3-6B96-7202-99F837D4AA18}"/>
              </a:ext>
            </a:extLst>
          </p:cNvPr>
          <p:cNvSpPr txBox="1"/>
          <p:nvPr/>
        </p:nvSpPr>
        <p:spPr>
          <a:xfrm>
            <a:off x="1023580" y="4811938"/>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dirty="0" err="1">
                <a:solidFill>
                  <a:srgbClr val="F2F2F2"/>
                </a:solidFill>
                <a:latin typeface="Calibri" panose="020F0502020204030204" pitchFamily="34" charset="0"/>
                <a:ea typeface="Mulish"/>
                <a:cs typeface="Calibri" panose="020F0502020204030204" pitchFamily="34" charset="0"/>
                <a:sym typeface="Mulish"/>
              </a:rPr>
              <a:t>Fusce</a:t>
            </a:r>
            <a:r>
              <a:rPr lang="en-US" sz="1200" dirty="0">
                <a:solidFill>
                  <a:srgbClr val="F2F2F2"/>
                </a:solidFill>
                <a:latin typeface="Calibri" panose="020F0502020204030204" pitchFamily="34" charset="0"/>
                <a:ea typeface="Mulish"/>
                <a:cs typeface="Calibri" panose="020F0502020204030204" pitchFamily="34" charset="0"/>
                <a:sym typeface="Mulish"/>
              </a:rPr>
              <a:t> libero </a:t>
            </a:r>
            <a:r>
              <a:rPr lang="en-US" sz="1200" dirty="0" err="1">
                <a:solidFill>
                  <a:srgbClr val="F2F2F2"/>
                </a:solidFill>
                <a:latin typeface="Calibri" panose="020F0502020204030204" pitchFamily="34" charset="0"/>
                <a:ea typeface="Mulish"/>
                <a:cs typeface="Calibri" panose="020F0502020204030204" pitchFamily="34" charset="0"/>
                <a:sym typeface="Mulish"/>
              </a:rPr>
              <a:t>justo</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laoret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amet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cursu</a:t>
            </a:r>
            <a:r>
              <a:rPr lang="en-US" sz="1200" dirty="0">
                <a:solidFill>
                  <a:srgbClr val="F2F2F2"/>
                </a:solidFill>
                <a:latin typeface="Calibri" panose="020F0502020204030204" pitchFamily="34" charset="0"/>
                <a:ea typeface="Mulish"/>
                <a:cs typeface="Calibri" panose="020F0502020204030204" pitchFamily="34" charset="0"/>
                <a:sym typeface="Mulish"/>
              </a:rPr>
              <a:t> sit </a:t>
            </a:r>
            <a:r>
              <a:rPr lang="en-US" sz="1200" dirty="0" err="1">
                <a:solidFill>
                  <a:srgbClr val="F2F2F2"/>
                </a:solidFill>
                <a:latin typeface="Calibri" panose="020F0502020204030204" pitchFamily="34" charset="0"/>
                <a:ea typeface="Mulish"/>
                <a:cs typeface="Calibri" panose="020F0502020204030204" pitchFamily="34" charset="0"/>
                <a:sym typeface="Mulish"/>
              </a:rPr>
              <a:t>amis</a:t>
            </a:r>
            <a:r>
              <a:rPr lang="en-US" sz="1200" dirty="0">
                <a:solidFill>
                  <a:srgbClr val="F2F2F2"/>
                </a:solidFill>
                <a:latin typeface="Calibri" panose="020F0502020204030204" pitchFamily="34" charset="0"/>
                <a:ea typeface="Mulish"/>
                <a:cs typeface="Calibri" panose="020F0502020204030204" pitchFamily="34" charset="0"/>
                <a:sym typeface="Mulish"/>
              </a:rPr>
              <a:t> dictum </a:t>
            </a:r>
            <a:r>
              <a:rPr lang="en-US" sz="1200" dirty="0" err="1">
                <a:solidFill>
                  <a:srgbClr val="F2F2F2"/>
                </a:solidFill>
                <a:latin typeface="Calibri" panose="020F0502020204030204" pitchFamily="34" charset="0"/>
                <a:ea typeface="Mulish"/>
                <a:cs typeface="Calibri" panose="020F0502020204030204" pitchFamily="34" charset="0"/>
                <a:sym typeface="Mulish"/>
              </a:rPr>
              <a:t>pulvina</a:t>
            </a:r>
            <a:endParaRPr sz="1200" dirty="0">
              <a:latin typeface="Calibri" panose="020F0502020204030204" pitchFamily="34" charset="0"/>
              <a:cs typeface="Calibri" panose="020F0502020204030204" pitchFamily="34" charset="0"/>
            </a:endParaRPr>
          </a:p>
        </p:txBody>
      </p:sp>
      <p:sp>
        <p:nvSpPr>
          <p:cNvPr id="20" name="Google Shape;739;p46">
            <a:extLst>
              <a:ext uri="{FF2B5EF4-FFF2-40B4-BE49-F238E27FC236}">
                <a16:creationId xmlns:a16="http://schemas.microsoft.com/office/drawing/2014/main" id="{DB9E3624-F676-FE91-DCC7-87BCFCEFBC28}"/>
              </a:ext>
            </a:extLst>
          </p:cNvPr>
          <p:cNvSpPr txBox="1"/>
          <p:nvPr/>
        </p:nvSpPr>
        <p:spPr>
          <a:xfrm>
            <a:off x="2991450" y="4545199"/>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1" name="Google Shape;740;p46">
            <a:extLst>
              <a:ext uri="{FF2B5EF4-FFF2-40B4-BE49-F238E27FC236}">
                <a16:creationId xmlns:a16="http://schemas.microsoft.com/office/drawing/2014/main" id="{CB82196A-B8A0-9C9C-2B12-EC155D171323}"/>
              </a:ext>
            </a:extLst>
          </p:cNvPr>
          <p:cNvSpPr txBox="1"/>
          <p:nvPr/>
        </p:nvSpPr>
        <p:spPr>
          <a:xfrm>
            <a:off x="3092527" y="4811938"/>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a:solidFill>
                  <a:srgbClr val="F2F2F2"/>
                </a:solidFill>
                <a:latin typeface="Calibri" panose="020F0502020204030204" pitchFamily="34" charset="0"/>
                <a:ea typeface="Mulish"/>
                <a:cs typeface="Calibri" panose="020F0502020204030204" pitchFamily="34" charset="0"/>
                <a:sym typeface="Mulish"/>
              </a:rPr>
              <a:t>Fusce libero justo laoret amet cursu sit amis dictum pulvina</a:t>
            </a:r>
            <a:endParaRPr sz="1200">
              <a:latin typeface="Calibri" panose="020F0502020204030204" pitchFamily="34" charset="0"/>
              <a:cs typeface="Calibri" panose="020F0502020204030204" pitchFamily="34" charset="0"/>
            </a:endParaRPr>
          </a:p>
        </p:txBody>
      </p:sp>
      <p:sp>
        <p:nvSpPr>
          <p:cNvPr id="22" name="Google Shape;741;p46">
            <a:extLst>
              <a:ext uri="{FF2B5EF4-FFF2-40B4-BE49-F238E27FC236}">
                <a16:creationId xmlns:a16="http://schemas.microsoft.com/office/drawing/2014/main" id="{C22DC117-3E1D-10CF-5059-4813982AEA22}"/>
              </a:ext>
            </a:extLst>
          </p:cNvPr>
          <p:cNvSpPr txBox="1"/>
          <p:nvPr/>
        </p:nvSpPr>
        <p:spPr>
          <a:xfrm>
            <a:off x="5060396" y="4545199"/>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3" name="Google Shape;742;p46">
            <a:extLst>
              <a:ext uri="{FF2B5EF4-FFF2-40B4-BE49-F238E27FC236}">
                <a16:creationId xmlns:a16="http://schemas.microsoft.com/office/drawing/2014/main" id="{0D4C7096-6B19-A513-9A8F-B7ABDC15726B}"/>
              </a:ext>
            </a:extLst>
          </p:cNvPr>
          <p:cNvSpPr txBox="1"/>
          <p:nvPr/>
        </p:nvSpPr>
        <p:spPr>
          <a:xfrm>
            <a:off x="5158042" y="4811938"/>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a:solidFill>
                  <a:srgbClr val="F2F2F2"/>
                </a:solidFill>
                <a:latin typeface="Calibri" panose="020F0502020204030204" pitchFamily="34" charset="0"/>
                <a:ea typeface="Mulish"/>
                <a:cs typeface="Calibri" panose="020F0502020204030204" pitchFamily="34" charset="0"/>
                <a:sym typeface="Mulish"/>
              </a:rPr>
              <a:t>Fusce libero justo laoret amet cursu sit amis dictum pulvina</a:t>
            </a:r>
            <a:endParaRPr sz="1200">
              <a:latin typeface="Calibri" panose="020F0502020204030204" pitchFamily="34" charset="0"/>
              <a:cs typeface="Calibri" panose="020F0502020204030204" pitchFamily="34" charset="0"/>
            </a:endParaRPr>
          </a:p>
        </p:txBody>
      </p:sp>
      <p:sp>
        <p:nvSpPr>
          <p:cNvPr id="24" name="Google Shape;743;p46">
            <a:extLst>
              <a:ext uri="{FF2B5EF4-FFF2-40B4-BE49-F238E27FC236}">
                <a16:creationId xmlns:a16="http://schemas.microsoft.com/office/drawing/2014/main" id="{B8A4BC82-5150-B828-4C02-0C9B3B7D6DAE}"/>
              </a:ext>
            </a:extLst>
          </p:cNvPr>
          <p:cNvSpPr txBox="1"/>
          <p:nvPr/>
        </p:nvSpPr>
        <p:spPr>
          <a:xfrm>
            <a:off x="7129342" y="4545199"/>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5" name="Google Shape;744;p46">
            <a:extLst>
              <a:ext uri="{FF2B5EF4-FFF2-40B4-BE49-F238E27FC236}">
                <a16:creationId xmlns:a16="http://schemas.microsoft.com/office/drawing/2014/main" id="{72DDB279-4EB5-681D-E43F-D53B1787E10C}"/>
              </a:ext>
            </a:extLst>
          </p:cNvPr>
          <p:cNvSpPr txBox="1"/>
          <p:nvPr/>
        </p:nvSpPr>
        <p:spPr>
          <a:xfrm>
            <a:off x="7228703" y="4811938"/>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a:solidFill>
                  <a:srgbClr val="F2F2F2"/>
                </a:solidFill>
                <a:latin typeface="Calibri" panose="020F0502020204030204" pitchFamily="34" charset="0"/>
                <a:ea typeface="Mulish"/>
                <a:cs typeface="Calibri" panose="020F0502020204030204" pitchFamily="34" charset="0"/>
                <a:sym typeface="Mulish"/>
              </a:rPr>
              <a:t>Fusce libero justo laoret amet cursu sit amis dictum pulvina</a:t>
            </a:r>
            <a:endParaRPr sz="1200">
              <a:latin typeface="Calibri" panose="020F0502020204030204" pitchFamily="34" charset="0"/>
              <a:cs typeface="Calibri" panose="020F0502020204030204" pitchFamily="34" charset="0"/>
            </a:endParaRPr>
          </a:p>
        </p:txBody>
      </p:sp>
      <p:sp>
        <p:nvSpPr>
          <p:cNvPr id="26" name="Google Shape;745;p46">
            <a:extLst>
              <a:ext uri="{FF2B5EF4-FFF2-40B4-BE49-F238E27FC236}">
                <a16:creationId xmlns:a16="http://schemas.microsoft.com/office/drawing/2014/main" id="{E02BCF7A-0E26-0F4A-A076-B84BE5CC41F4}"/>
              </a:ext>
            </a:extLst>
          </p:cNvPr>
          <p:cNvSpPr txBox="1"/>
          <p:nvPr/>
        </p:nvSpPr>
        <p:spPr>
          <a:xfrm>
            <a:off x="9198288" y="4545199"/>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7" name="Google Shape;746;p46">
            <a:extLst>
              <a:ext uri="{FF2B5EF4-FFF2-40B4-BE49-F238E27FC236}">
                <a16:creationId xmlns:a16="http://schemas.microsoft.com/office/drawing/2014/main" id="{CFEE0C2B-7994-6B83-91A5-6C0FC8E962FA}"/>
              </a:ext>
            </a:extLst>
          </p:cNvPr>
          <p:cNvSpPr txBox="1"/>
          <p:nvPr/>
        </p:nvSpPr>
        <p:spPr>
          <a:xfrm>
            <a:off x="9302796" y="4811938"/>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a:solidFill>
                  <a:srgbClr val="F2F2F2"/>
                </a:solidFill>
                <a:latin typeface="Calibri" panose="020F0502020204030204" pitchFamily="34" charset="0"/>
                <a:ea typeface="Mulish"/>
                <a:cs typeface="Calibri" panose="020F0502020204030204" pitchFamily="34" charset="0"/>
                <a:sym typeface="Mulish"/>
              </a:rPr>
              <a:t>Fusce libero justo laoret amet cursu sit amis dictum pulvina</a:t>
            </a:r>
            <a:endParaRPr sz="1200">
              <a:latin typeface="Calibri" panose="020F0502020204030204" pitchFamily="34" charset="0"/>
              <a:cs typeface="Calibri" panose="020F0502020204030204" pitchFamily="34" charset="0"/>
            </a:endParaRPr>
          </a:p>
        </p:txBody>
      </p:sp>
      <p:sp>
        <p:nvSpPr>
          <p:cNvPr id="28" name="Google Shape;700;p45" descr="Rocket with solid fill">
            <a:extLst>
              <a:ext uri="{FF2B5EF4-FFF2-40B4-BE49-F238E27FC236}">
                <a16:creationId xmlns:a16="http://schemas.microsoft.com/office/drawing/2014/main" id="{0A059696-05DB-132B-83BE-47703025BF34}"/>
              </a:ext>
            </a:extLst>
          </p:cNvPr>
          <p:cNvSpPr/>
          <p:nvPr/>
        </p:nvSpPr>
        <p:spPr>
          <a:xfrm>
            <a:off x="2081580" y="3348237"/>
            <a:ext cx="101875" cy="97894"/>
          </a:xfrm>
          <a:custGeom>
            <a:avLst/>
            <a:gdLst/>
            <a:ahLst/>
            <a:cxnLst/>
            <a:rect l="l" t="t" r="r" b="b"/>
            <a:pathLst>
              <a:path w="137596" h="132220" extrusionOk="0">
                <a:moveTo>
                  <a:pt x="134250" y="3970"/>
                </a:moveTo>
                <a:cubicBezTo>
                  <a:pt x="123750" y="-6530"/>
                  <a:pt x="56250" y="5470"/>
                  <a:pt x="0" y="20470"/>
                </a:cubicBezTo>
                <a:cubicBezTo>
                  <a:pt x="20250" y="32470"/>
                  <a:pt x="41250" y="48970"/>
                  <a:pt x="61500" y="69220"/>
                </a:cubicBezTo>
                <a:cubicBezTo>
                  <a:pt x="82500" y="90220"/>
                  <a:pt x="99000" y="111220"/>
                  <a:pt x="111000" y="132220"/>
                </a:cubicBezTo>
                <a:cubicBezTo>
                  <a:pt x="126000" y="74470"/>
                  <a:pt x="145500" y="14470"/>
                  <a:pt x="134250" y="39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701;p45" descr="Rocket with solid fill">
            <a:extLst>
              <a:ext uri="{FF2B5EF4-FFF2-40B4-BE49-F238E27FC236}">
                <a16:creationId xmlns:a16="http://schemas.microsoft.com/office/drawing/2014/main" id="{382D77D4-ED6E-6BD1-B9A5-944B1C418DC7}"/>
              </a:ext>
            </a:extLst>
          </p:cNvPr>
          <p:cNvSpPr/>
          <p:nvPr/>
        </p:nvSpPr>
        <p:spPr>
          <a:xfrm>
            <a:off x="1736226" y="3500897"/>
            <a:ext cx="135453" cy="129557"/>
          </a:xfrm>
          <a:custGeom>
            <a:avLst/>
            <a:gdLst/>
            <a:ahLst/>
            <a:cxnLst/>
            <a:rect l="l" t="t" r="r" b="b"/>
            <a:pathLst>
              <a:path w="182949" h="174985" extrusionOk="0">
                <a:moveTo>
                  <a:pt x="182949" y="11531"/>
                </a:moveTo>
                <a:lnTo>
                  <a:pt x="157449" y="1781"/>
                </a:lnTo>
                <a:cubicBezTo>
                  <a:pt x="146949" y="-1969"/>
                  <a:pt x="135699" y="281"/>
                  <a:pt x="127449" y="7781"/>
                </a:cubicBezTo>
                <a:lnTo>
                  <a:pt x="8199" y="127031"/>
                </a:lnTo>
                <a:cubicBezTo>
                  <a:pt x="-11301" y="146531"/>
                  <a:pt x="6699" y="180281"/>
                  <a:pt x="33699" y="174281"/>
                </a:cubicBezTo>
                <a:lnTo>
                  <a:pt x="133449" y="151781"/>
                </a:lnTo>
                <a:cubicBezTo>
                  <a:pt x="141699" y="114281"/>
                  <a:pt x="155199" y="64031"/>
                  <a:pt x="182949" y="115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702;p45" descr="Rocket with solid fill">
            <a:extLst>
              <a:ext uri="{FF2B5EF4-FFF2-40B4-BE49-F238E27FC236}">
                <a16:creationId xmlns:a16="http://schemas.microsoft.com/office/drawing/2014/main" id="{DF14C11E-54C7-FA36-5752-B878EA0AC1B4}"/>
              </a:ext>
            </a:extLst>
          </p:cNvPr>
          <p:cNvSpPr/>
          <p:nvPr/>
        </p:nvSpPr>
        <p:spPr>
          <a:xfrm>
            <a:off x="1899468" y="3654366"/>
            <a:ext cx="129814" cy="139584"/>
          </a:xfrm>
          <a:custGeom>
            <a:avLst/>
            <a:gdLst/>
            <a:ahLst/>
            <a:cxnLst/>
            <a:rect l="l" t="t" r="r" b="b"/>
            <a:pathLst>
              <a:path w="175332" h="188528" extrusionOk="0">
                <a:moveTo>
                  <a:pt x="161218" y="0"/>
                </a:moveTo>
                <a:cubicBezTo>
                  <a:pt x="110968" y="26250"/>
                  <a:pt x="62968" y="40500"/>
                  <a:pt x="23968" y="48000"/>
                </a:cubicBezTo>
                <a:lnTo>
                  <a:pt x="718" y="154500"/>
                </a:lnTo>
                <a:cubicBezTo>
                  <a:pt x="-5282" y="181500"/>
                  <a:pt x="27718" y="200250"/>
                  <a:pt x="47968" y="180000"/>
                </a:cubicBezTo>
                <a:lnTo>
                  <a:pt x="167218" y="60750"/>
                </a:lnTo>
                <a:cubicBezTo>
                  <a:pt x="174718" y="53250"/>
                  <a:pt x="177718" y="41250"/>
                  <a:pt x="173218" y="30750"/>
                </a:cubicBezTo>
                <a:lnTo>
                  <a:pt x="16121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Google Shape;703;p45" descr="Rocket with solid fill">
            <a:extLst>
              <a:ext uri="{FF2B5EF4-FFF2-40B4-BE49-F238E27FC236}">
                <a16:creationId xmlns:a16="http://schemas.microsoft.com/office/drawing/2014/main" id="{E31086DB-EB77-847C-FC30-F4BA7B4EC2FD}"/>
              </a:ext>
            </a:extLst>
          </p:cNvPr>
          <p:cNvSpPr/>
          <p:nvPr/>
        </p:nvSpPr>
        <p:spPr>
          <a:xfrm>
            <a:off x="1854466" y="3373388"/>
            <a:ext cx="298747" cy="298191"/>
          </a:xfrm>
          <a:custGeom>
            <a:avLst/>
            <a:gdLst/>
            <a:ahLst/>
            <a:cxnLst/>
            <a:rect l="l" t="t" r="r" b="b"/>
            <a:pathLst>
              <a:path w="403500" h="402749" extrusionOk="0">
                <a:moveTo>
                  <a:pt x="266250" y="0"/>
                </a:moveTo>
                <a:cubicBezTo>
                  <a:pt x="222000" y="18000"/>
                  <a:pt x="171750" y="48750"/>
                  <a:pt x="123000" y="97500"/>
                </a:cubicBezTo>
                <a:cubicBezTo>
                  <a:pt x="33750" y="186750"/>
                  <a:pt x="7500" y="294750"/>
                  <a:pt x="0" y="356250"/>
                </a:cubicBezTo>
                <a:lnTo>
                  <a:pt x="46500" y="402750"/>
                </a:lnTo>
                <a:cubicBezTo>
                  <a:pt x="108000" y="395250"/>
                  <a:pt x="216750" y="369750"/>
                  <a:pt x="306000" y="280500"/>
                </a:cubicBezTo>
                <a:cubicBezTo>
                  <a:pt x="354750" y="231750"/>
                  <a:pt x="385500" y="182250"/>
                  <a:pt x="403500" y="138000"/>
                </a:cubicBezTo>
                <a:cubicBezTo>
                  <a:pt x="393750" y="113250"/>
                  <a:pt x="374250" y="84000"/>
                  <a:pt x="346500" y="55500"/>
                </a:cubicBezTo>
                <a:cubicBezTo>
                  <a:pt x="319500" y="29250"/>
                  <a:pt x="291000" y="9750"/>
                  <a:pt x="266250" y="0"/>
                </a:cubicBezTo>
                <a:close/>
                <a:moveTo>
                  <a:pt x="304500" y="162000"/>
                </a:moveTo>
                <a:cubicBezTo>
                  <a:pt x="287250" y="179250"/>
                  <a:pt x="258750" y="179250"/>
                  <a:pt x="240750" y="162000"/>
                </a:cubicBezTo>
                <a:cubicBezTo>
                  <a:pt x="223500" y="144750"/>
                  <a:pt x="223500" y="116250"/>
                  <a:pt x="240750" y="98250"/>
                </a:cubicBezTo>
                <a:cubicBezTo>
                  <a:pt x="258000" y="81000"/>
                  <a:pt x="286500" y="81000"/>
                  <a:pt x="304500" y="98250"/>
                </a:cubicBezTo>
                <a:cubicBezTo>
                  <a:pt x="321750" y="116250"/>
                  <a:pt x="321750" y="144750"/>
                  <a:pt x="304500" y="16200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704;p45" descr="Rocket with solid fill">
            <a:extLst>
              <a:ext uri="{FF2B5EF4-FFF2-40B4-BE49-F238E27FC236}">
                <a16:creationId xmlns:a16="http://schemas.microsoft.com/office/drawing/2014/main" id="{40CADD07-B538-38C2-F4A4-5A69A9B201BD}"/>
              </a:ext>
            </a:extLst>
          </p:cNvPr>
          <p:cNvSpPr/>
          <p:nvPr/>
        </p:nvSpPr>
        <p:spPr>
          <a:xfrm>
            <a:off x="1789062" y="3657894"/>
            <a:ext cx="79089" cy="79253"/>
          </a:xfrm>
          <a:custGeom>
            <a:avLst/>
            <a:gdLst/>
            <a:ahLst/>
            <a:cxnLst/>
            <a:rect l="l" t="t" r="r" b="b"/>
            <a:pathLst>
              <a:path w="106821" h="107042" extrusionOk="0">
                <a:moveTo>
                  <a:pt x="87587" y="19235"/>
                </a:moveTo>
                <a:cubicBezTo>
                  <a:pt x="75587" y="7235"/>
                  <a:pt x="77087" y="-13015"/>
                  <a:pt x="52337" y="11735"/>
                </a:cubicBezTo>
                <a:cubicBezTo>
                  <a:pt x="27587" y="36485"/>
                  <a:pt x="-9163" y="92735"/>
                  <a:pt x="2087" y="104735"/>
                </a:cubicBezTo>
                <a:cubicBezTo>
                  <a:pt x="14087" y="116735"/>
                  <a:pt x="70337" y="79235"/>
                  <a:pt x="95087" y="54485"/>
                </a:cubicBezTo>
                <a:cubicBezTo>
                  <a:pt x="119837" y="28985"/>
                  <a:pt x="99587" y="30485"/>
                  <a:pt x="87587" y="1923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3" name="Grupo 32">
            <a:extLst>
              <a:ext uri="{FF2B5EF4-FFF2-40B4-BE49-F238E27FC236}">
                <a16:creationId xmlns:a16="http://schemas.microsoft.com/office/drawing/2014/main" id="{CEF5EFF5-75C8-E5C9-CC40-5C0C82A5F846}"/>
              </a:ext>
            </a:extLst>
          </p:cNvPr>
          <p:cNvGrpSpPr/>
          <p:nvPr/>
        </p:nvGrpSpPr>
        <p:grpSpPr>
          <a:xfrm>
            <a:off x="9917807" y="3275752"/>
            <a:ext cx="665754" cy="557157"/>
            <a:chOff x="9823926" y="7784260"/>
            <a:chExt cx="689999" cy="577447"/>
          </a:xfrm>
        </p:grpSpPr>
        <p:sp>
          <p:nvSpPr>
            <p:cNvPr id="34" name="Google Shape;695;p45" descr="Loan with solid fill">
              <a:extLst>
                <a:ext uri="{FF2B5EF4-FFF2-40B4-BE49-F238E27FC236}">
                  <a16:creationId xmlns:a16="http://schemas.microsoft.com/office/drawing/2014/main" id="{5E2D660D-CA9A-9E3D-D654-E36788D96D5E}"/>
                </a:ext>
              </a:extLst>
            </p:cNvPr>
            <p:cNvSpPr/>
            <p:nvPr/>
          </p:nvSpPr>
          <p:spPr>
            <a:xfrm>
              <a:off x="10053821" y="7935150"/>
              <a:ext cx="70985" cy="71717"/>
            </a:xfrm>
            <a:custGeom>
              <a:avLst/>
              <a:gdLst/>
              <a:ahLst/>
              <a:cxnLst/>
              <a:rect l="l" t="t" r="r" b="b"/>
              <a:pathLst>
                <a:path w="70985" h="71717" extrusionOk="0">
                  <a:moveTo>
                    <a:pt x="8252" y="64307"/>
                  </a:moveTo>
                  <a:cubicBezTo>
                    <a:pt x="-4311" y="52270"/>
                    <a:pt x="-2308" y="29807"/>
                    <a:pt x="12752" y="14057"/>
                  </a:cubicBezTo>
                  <a:cubicBezTo>
                    <a:pt x="27812" y="-1693"/>
                    <a:pt x="50169" y="-4633"/>
                    <a:pt x="62732" y="7397"/>
                  </a:cubicBezTo>
                  <a:cubicBezTo>
                    <a:pt x="75294" y="19427"/>
                    <a:pt x="73299" y="41897"/>
                    <a:pt x="58232" y="57647"/>
                  </a:cubicBezTo>
                  <a:cubicBezTo>
                    <a:pt x="43164" y="73397"/>
                    <a:pt x="20822" y="76367"/>
                    <a:pt x="8252" y="6430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696;p45" descr="Loan with solid fill">
              <a:extLst>
                <a:ext uri="{FF2B5EF4-FFF2-40B4-BE49-F238E27FC236}">
                  <a16:creationId xmlns:a16="http://schemas.microsoft.com/office/drawing/2014/main" id="{4603F791-67CD-2BD5-AB2A-667C56A0558E}"/>
                </a:ext>
              </a:extLst>
            </p:cNvPr>
            <p:cNvSpPr/>
            <p:nvPr/>
          </p:nvSpPr>
          <p:spPr>
            <a:xfrm rot="-2774820">
              <a:off x="10004501" y="7889268"/>
              <a:ext cx="27405" cy="27405"/>
            </a:xfrm>
            <a:custGeom>
              <a:avLst/>
              <a:gdLst/>
              <a:ahLst/>
              <a:cxnLst/>
              <a:rect l="l" t="t" r="r" b="b"/>
              <a:pathLst>
                <a:path w="27405" h="27405" extrusionOk="0">
                  <a:moveTo>
                    <a:pt x="27405" y="13702"/>
                  </a:moveTo>
                  <a:cubicBezTo>
                    <a:pt x="27405" y="21270"/>
                    <a:pt x="21270" y="27405"/>
                    <a:pt x="13703" y="27405"/>
                  </a:cubicBezTo>
                  <a:cubicBezTo>
                    <a:pt x="6135" y="27405"/>
                    <a:pt x="0" y="21270"/>
                    <a:pt x="0" y="13702"/>
                  </a:cubicBezTo>
                  <a:cubicBezTo>
                    <a:pt x="0" y="6135"/>
                    <a:pt x="6135" y="0"/>
                    <a:pt x="13703" y="0"/>
                  </a:cubicBezTo>
                  <a:cubicBezTo>
                    <a:pt x="21270" y="0"/>
                    <a:pt x="27405" y="6135"/>
                    <a:pt x="27405" y="137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697;p45" descr="Loan with solid fill">
              <a:extLst>
                <a:ext uri="{FF2B5EF4-FFF2-40B4-BE49-F238E27FC236}">
                  <a16:creationId xmlns:a16="http://schemas.microsoft.com/office/drawing/2014/main" id="{734773CF-B064-AD98-A264-100C092318C2}"/>
                </a:ext>
              </a:extLst>
            </p:cNvPr>
            <p:cNvSpPr/>
            <p:nvPr/>
          </p:nvSpPr>
          <p:spPr>
            <a:xfrm>
              <a:off x="9823926" y="8134661"/>
              <a:ext cx="540000" cy="227046"/>
            </a:xfrm>
            <a:custGeom>
              <a:avLst/>
              <a:gdLst/>
              <a:ahLst/>
              <a:cxnLst/>
              <a:rect l="l" t="t" r="r" b="b"/>
              <a:pathLst>
                <a:path w="540000" h="227046" extrusionOk="0">
                  <a:moveTo>
                    <a:pt x="540000" y="24546"/>
                  </a:moveTo>
                  <a:cubicBezTo>
                    <a:pt x="540065" y="11055"/>
                    <a:pt x="529182" y="66"/>
                    <a:pt x="515691" y="0"/>
                  </a:cubicBezTo>
                  <a:cubicBezTo>
                    <a:pt x="511127" y="-21"/>
                    <a:pt x="506648" y="1236"/>
                    <a:pt x="502763" y="3629"/>
                  </a:cubicBezTo>
                  <a:lnTo>
                    <a:pt x="397830" y="63629"/>
                  </a:lnTo>
                  <a:cubicBezTo>
                    <a:pt x="399249" y="70455"/>
                    <a:pt x="399206" y="77505"/>
                    <a:pt x="397703" y="84314"/>
                  </a:cubicBezTo>
                  <a:cubicBezTo>
                    <a:pt x="392198" y="107107"/>
                    <a:pt x="371649" y="123055"/>
                    <a:pt x="348203" y="122729"/>
                  </a:cubicBezTo>
                  <a:lnTo>
                    <a:pt x="239318" y="122729"/>
                  </a:lnTo>
                  <a:lnTo>
                    <a:pt x="239318" y="98181"/>
                  </a:lnTo>
                  <a:lnTo>
                    <a:pt x="349770" y="98181"/>
                  </a:lnTo>
                  <a:cubicBezTo>
                    <a:pt x="363326" y="98418"/>
                    <a:pt x="374506" y="87622"/>
                    <a:pt x="374743" y="74067"/>
                  </a:cubicBezTo>
                  <a:cubicBezTo>
                    <a:pt x="374980" y="60512"/>
                    <a:pt x="364184" y="49331"/>
                    <a:pt x="350628" y="49094"/>
                  </a:cubicBezTo>
                  <a:cubicBezTo>
                    <a:pt x="350342" y="49089"/>
                    <a:pt x="350056" y="49089"/>
                    <a:pt x="349770" y="49094"/>
                  </a:cubicBezTo>
                  <a:lnTo>
                    <a:pt x="202500" y="49094"/>
                  </a:lnTo>
                  <a:cubicBezTo>
                    <a:pt x="192265" y="49089"/>
                    <a:pt x="182232" y="51946"/>
                    <a:pt x="173535" y="57344"/>
                  </a:cubicBezTo>
                  <a:lnTo>
                    <a:pt x="0" y="141134"/>
                  </a:lnTo>
                  <a:lnTo>
                    <a:pt x="85913" y="227046"/>
                  </a:lnTo>
                  <a:cubicBezTo>
                    <a:pt x="125603" y="187349"/>
                    <a:pt x="177188" y="171816"/>
                    <a:pt x="233183" y="171816"/>
                  </a:cubicBezTo>
                  <a:lnTo>
                    <a:pt x="347873" y="171816"/>
                  </a:lnTo>
                  <a:cubicBezTo>
                    <a:pt x="353097" y="171811"/>
                    <a:pt x="358184" y="170141"/>
                    <a:pt x="362393" y="167046"/>
                  </a:cubicBezTo>
                  <a:lnTo>
                    <a:pt x="530940" y="43446"/>
                  </a:lnTo>
                  <a:cubicBezTo>
                    <a:pt x="536650" y="38831"/>
                    <a:pt x="539978" y="31889"/>
                    <a:pt x="540000" y="2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 name="Google Shape;698;p45" descr="Loan with solid fill">
              <a:extLst>
                <a:ext uri="{FF2B5EF4-FFF2-40B4-BE49-F238E27FC236}">
                  <a16:creationId xmlns:a16="http://schemas.microsoft.com/office/drawing/2014/main" id="{543E0E70-0954-73EC-1CE7-6344EE445D95}"/>
                </a:ext>
              </a:extLst>
            </p:cNvPr>
            <p:cNvSpPr/>
            <p:nvPr/>
          </p:nvSpPr>
          <p:spPr>
            <a:xfrm>
              <a:off x="9899638" y="7784260"/>
              <a:ext cx="379327" cy="373559"/>
            </a:xfrm>
            <a:custGeom>
              <a:avLst/>
              <a:gdLst/>
              <a:ahLst/>
              <a:cxnLst/>
              <a:rect l="l" t="t" r="r" b="b"/>
              <a:pathLst>
                <a:path w="379327" h="373559" extrusionOk="0">
                  <a:moveTo>
                    <a:pt x="119288" y="0"/>
                  </a:moveTo>
                  <a:lnTo>
                    <a:pt x="284693" y="158355"/>
                  </a:lnTo>
                  <a:lnTo>
                    <a:pt x="257888" y="174225"/>
                  </a:lnTo>
                  <a:lnTo>
                    <a:pt x="131955" y="53663"/>
                  </a:lnTo>
                  <a:lnTo>
                    <a:pt x="108592" y="54562"/>
                  </a:lnTo>
                  <a:lnTo>
                    <a:pt x="54037" y="111540"/>
                  </a:lnTo>
                  <a:lnTo>
                    <a:pt x="53948" y="134723"/>
                  </a:lnTo>
                  <a:lnTo>
                    <a:pt x="247582" y="320100"/>
                  </a:lnTo>
                  <a:lnTo>
                    <a:pt x="270690" y="319050"/>
                  </a:lnTo>
                  <a:lnTo>
                    <a:pt x="325245" y="262065"/>
                  </a:lnTo>
                  <a:lnTo>
                    <a:pt x="325508" y="238958"/>
                  </a:lnTo>
                  <a:lnTo>
                    <a:pt x="325388" y="238845"/>
                  </a:lnTo>
                  <a:lnTo>
                    <a:pt x="352200" y="222983"/>
                  </a:lnTo>
                  <a:lnTo>
                    <a:pt x="379328" y="248955"/>
                  </a:lnTo>
                  <a:lnTo>
                    <a:pt x="260040" y="373560"/>
                  </a:lnTo>
                  <a:lnTo>
                    <a:pt x="0" y="124605"/>
                  </a:lnTo>
                  <a:lnTo>
                    <a:pt x="1192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699;p45" descr="Loan with solid fill">
              <a:extLst>
                <a:ext uri="{FF2B5EF4-FFF2-40B4-BE49-F238E27FC236}">
                  <a16:creationId xmlns:a16="http://schemas.microsoft.com/office/drawing/2014/main" id="{F73B9970-B9F3-70C5-FB68-15B3112394E4}"/>
                </a:ext>
              </a:extLst>
            </p:cNvPr>
            <p:cNvSpPr/>
            <p:nvPr/>
          </p:nvSpPr>
          <p:spPr>
            <a:xfrm>
              <a:off x="10113935" y="7809984"/>
              <a:ext cx="399990" cy="226172"/>
            </a:xfrm>
            <a:custGeom>
              <a:avLst/>
              <a:gdLst/>
              <a:ahLst/>
              <a:cxnLst/>
              <a:rect l="l" t="t" r="r" b="b"/>
              <a:pathLst>
                <a:path w="399990" h="226172" extrusionOk="0">
                  <a:moveTo>
                    <a:pt x="31650" y="177353"/>
                  </a:moveTo>
                  <a:lnTo>
                    <a:pt x="122655" y="123473"/>
                  </a:lnTo>
                  <a:cubicBezTo>
                    <a:pt x="123832" y="117373"/>
                    <a:pt x="119840" y="111473"/>
                    <a:pt x="113740" y="110296"/>
                  </a:cubicBezTo>
                  <a:cubicBezTo>
                    <a:pt x="112607" y="110078"/>
                    <a:pt x="111448" y="110034"/>
                    <a:pt x="110303" y="110168"/>
                  </a:cubicBezTo>
                  <a:lnTo>
                    <a:pt x="83768" y="113288"/>
                  </a:lnTo>
                  <a:lnTo>
                    <a:pt x="0" y="32843"/>
                  </a:lnTo>
                  <a:lnTo>
                    <a:pt x="86250" y="2176"/>
                  </a:lnTo>
                  <a:cubicBezTo>
                    <a:pt x="93597" y="-442"/>
                    <a:pt x="101577" y="-704"/>
                    <a:pt x="109080" y="1426"/>
                  </a:cubicBezTo>
                  <a:lnTo>
                    <a:pt x="192368" y="29258"/>
                  </a:lnTo>
                  <a:cubicBezTo>
                    <a:pt x="243495" y="42368"/>
                    <a:pt x="294435" y="40471"/>
                    <a:pt x="341085" y="14626"/>
                  </a:cubicBezTo>
                  <a:lnTo>
                    <a:pt x="399990" y="120923"/>
                  </a:lnTo>
                  <a:lnTo>
                    <a:pt x="230903" y="150001"/>
                  </a:lnTo>
                  <a:lnTo>
                    <a:pt x="230835" y="150001"/>
                  </a:lnTo>
                  <a:lnTo>
                    <a:pt x="210045" y="153578"/>
                  </a:lnTo>
                  <a:lnTo>
                    <a:pt x="210045" y="153511"/>
                  </a:lnTo>
                  <a:lnTo>
                    <a:pt x="161063" y="161761"/>
                  </a:lnTo>
                  <a:lnTo>
                    <a:pt x="58388" y="222511"/>
                  </a:lnTo>
                  <a:cubicBezTo>
                    <a:pt x="45909" y="229892"/>
                    <a:pt x="29810" y="225761"/>
                    <a:pt x="22429" y="213282"/>
                  </a:cubicBezTo>
                  <a:cubicBezTo>
                    <a:pt x="15047" y="200804"/>
                    <a:pt x="19179" y="184705"/>
                    <a:pt x="31658" y="1773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425148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D9E0F3-B1D8-C528-C698-2384D2CFDD8F}"/>
              </a:ext>
            </a:extLst>
          </p:cNvPr>
          <p:cNvSpPr>
            <a:spLocks noGrp="1"/>
          </p:cNvSpPr>
          <p:nvPr>
            <p:ph type="title"/>
          </p:nvPr>
        </p:nvSpPr>
        <p:spPr>
          <a:xfrm>
            <a:off x="231899" y="-486686"/>
            <a:ext cx="5355771" cy="1600200"/>
          </a:xfrm>
        </p:spPr>
        <p:txBody>
          <a:bodyPr/>
          <a:lstStyle/>
          <a:p>
            <a:endParaRPr lang="es-CO" dirty="0"/>
          </a:p>
        </p:txBody>
      </p:sp>
      <p:grpSp>
        <p:nvGrpSpPr>
          <p:cNvPr id="9" name="Grupo 8">
            <a:extLst>
              <a:ext uri="{FF2B5EF4-FFF2-40B4-BE49-F238E27FC236}">
                <a16:creationId xmlns:a16="http://schemas.microsoft.com/office/drawing/2014/main" id="{602A5703-D224-E973-82EA-422E7BF91986}"/>
              </a:ext>
            </a:extLst>
          </p:cNvPr>
          <p:cNvGrpSpPr/>
          <p:nvPr/>
        </p:nvGrpSpPr>
        <p:grpSpPr>
          <a:xfrm>
            <a:off x="6096000" y="-404"/>
            <a:ext cx="6096000" cy="6858404"/>
            <a:chOff x="6096000" y="-404"/>
            <a:chExt cx="6096000" cy="6858404"/>
          </a:xfrm>
        </p:grpSpPr>
        <p:pic>
          <p:nvPicPr>
            <p:cNvPr id="5" name="Imagen 4">
              <a:extLst>
                <a:ext uri="{FF2B5EF4-FFF2-40B4-BE49-F238E27FC236}">
                  <a16:creationId xmlns:a16="http://schemas.microsoft.com/office/drawing/2014/main" id="{DD37220A-7865-4702-7559-160A8623A376}"/>
                </a:ext>
              </a:extLst>
            </p:cNvPr>
            <p:cNvPicPr>
              <a:picLocks noChangeAspect="1"/>
            </p:cNvPicPr>
            <p:nvPr/>
          </p:nvPicPr>
          <p:blipFill>
            <a:blip r:embed="rId2"/>
            <a:stretch>
              <a:fillRect/>
            </a:stretch>
          </p:blipFill>
          <p:spPr>
            <a:xfrm>
              <a:off x="6096000" y="0"/>
              <a:ext cx="6096000" cy="6858000"/>
            </a:xfrm>
            <a:prstGeom prst="rect">
              <a:avLst/>
            </a:prstGeom>
          </p:spPr>
        </p:pic>
        <p:pic>
          <p:nvPicPr>
            <p:cNvPr id="6" name="Imagen 5">
              <a:extLst>
                <a:ext uri="{FF2B5EF4-FFF2-40B4-BE49-F238E27FC236}">
                  <a16:creationId xmlns:a16="http://schemas.microsoft.com/office/drawing/2014/main" id="{68B51CAA-E6FE-DB87-DE1C-B9A725AF59B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0761196" y="-404"/>
              <a:ext cx="1430804" cy="1997595"/>
            </a:xfrm>
            <a:prstGeom prst="rect">
              <a:avLst/>
            </a:prstGeom>
          </p:spPr>
        </p:pic>
        <p:pic>
          <p:nvPicPr>
            <p:cNvPr id="7" name="Imagen 6">
              <a:extLst>
                <a:ext uri="{FF2B5EF4-FFF2-40B4-BE49-F238E27FC236}">
                  <a16:creationId xmlns:a16="http://schemas.microsoft.com/office/drawing/2014/main" id="{370A5F2D-7F7E-9FD1-D2C4-B39070596A53}"/>
                </a:ext>
              </a:extLst>
            </p:cNvPr>
            <p:cNvPicPr>
              <a:picLocks noChangeAspect="1"/>
            </p:cNvPicPr>
            <p:nvPr/>
          </p:nvPicPr>
          <p:blipFill>
            <a:blip r:embed="rId4"/>
            <a:stretch>
              <a:fillRect/>
            </a:stretch>
          </p:blipFill>
          <p:spPr>
            <a:xfrm>
              <a:off x="6865490" y="5436998"/>
              <a:ext cx="774700" cy="838200"/>
            </a:xfrm>
            <a:prstGeom prst="rect">
              <a:avLst/>
            </a:prstGeom>
          </p:spPr>
        </p:pic>
        <p:pic>
          <p:nvPicPr>
            <p:cNvPr id="8" name="Imagen 7">
              <a:extLst>
                <a:ext uri="{FF2B5EF4-FFF2-40B4-BE49-F238E27FC236}">
                  <a16:creationId xmlns:a16="http://schemas.microsoft.com/office/drawing/2014/main" id="{5BBF9292-4F38-7C53-AB25-AD8A987A22E9}"/>
                </a:ext>
              </a:extLst>
            </p:cNvPr>
            <p:cNvPicPr/>
            <p:nvPr/>
          </p:nvPicPr>
          <p:blipFill>
            <a:blip r:embed="rId5" cstate="screen">
              <a:extLst>
                <a:ext uri="{28A0092B-C50C-407E-A947-70E740481C1C}">
                  <a14:useLocalDpi xmlns:a14="http://schemas.microsoft.com/office/drawing/2010/main"/>
                </a:ext>
              </a:extLst>
            </a:blip>
            <a:stretch>
              <a:fillRect/>
            </a:stretch>
          </p:blipFill>
          <p:spPr>
            <a:xfrm>
              <a:off x="7327196" y="0"/>
              <a:ext cx="833330" cy="1203795"/>
            </a:xfrm>
            <a:prstGeom prst="rect">
              <a:avLst/>
            </a:prstGeom>
          </p:spPr>
        </p:pic>
      </p:grpSp>
      <p:pic>
        <p:nvPicPr>
          <p:cNvPr id="10" name="Picture 1">
            <a:extLst>
              <a:ext uri="{FF2B5EF4-FFF2-40B4-BE49-F238E27FC236}">
                <a16:creationId xmlns:a16="http://schemas.microsoft.com/office/drawing/2014/main" id="{786FEE2A-A816-A0FF-C313-1AA149AF581F}"/>
              </a:ext>
            </a:extLst>
          </p:cNvPr>
          <p:cNvPicPr/>
          <p:nvPr/>
        </p:nvPicPr>
        <p:blipFill rotWithShape="1">
          <a:blip r:embed="rId6" cstate="screen">
            <a:extLst>
              <a:ext uri="{28A0092B-C50C-407E-A947-70E740481C1C}">
                <a14:useLocalDpi xmlns:a14="http://schemas.microsoft.com/office/drawing/2010/main"/>
              </a:ext>
            </a:extLst>
          </a:blip>
          <a:srcRect/>
          <a:stretch/>
        </p:blipFill>
        <p:spPr>
          <a:xfrm>
            <a:off x="7082275" y="1667809"/>
            <a:ext cx="4241491" cy="3522382"/>
          </a:xfrm>
          <a:prstGeom prst="rect">
            <a:avLst/>
          </a:prstGeom>
        </p:spPr>
      </p:pic>
      <p:sp>
        <p:nvSpPr>
          <p:cNvPr id="12" name="Rectangle 23">
            <a:extLst>
              <a:ext uri="{FF2B5EF4-FFF2-40B4-BE49-F238E27FC236}">
                <a16:creationId xmlns:a16="http://schemas.microsoft.com/office/drawing/2014/main" id="{C1E17351-551A-837F-AA28-73722F3B0201}"/>
              </a:ext>
            </a:extLst>
          </p:cNvPr>
          <p:cNvSpPr/>
          <p:nvPr/>
        </p:nvSpPr>
        <p:spPr>
          <a:xfrm>
            <a:off x="2939176" y="2690338"/>
            <a:ext cx="2539747" cy="2194176"/>
          </a:xfrm>
          <a:prstGeom prst="rect">
            <a:avLst/>
          </a:prstGeom>
          <a:solidFill>
            <a:srgbClr val="A0CE3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p>
        </p:txBody>
      </p:sp>
      <p:sp>
        <p:nvSpPr>
          <p:cNvPr id="13" name="Rectangle 22">
            <a:extLst>
              <a:ext uri="{FF2B5EF4-FFF2-40B4-BE49-F238E27FC236}">
                <a16:creationId xmlns:a16="http://schemas.microsoft.com/office/drawing/2014/main" id="{4900E210-E0CD-2EA4-92A5-9FC4BC7B7137}"/>
              </a:ext>
            </a:extLst>
          </p:cNvPr>
          <p:cNvSpPr/>
          <p:nvPr/>
        </p:nvSpPr>
        <p:spPr>
          <a:xfrm>
            <a:off x="272036" y="2690338"/>
            <a:ext cx="2539747" cy="2194176"/>
          </a:xfrm>
          <a:prstGeom prst="rect">
            <a:avLst/>
          </a:prstGeom>
          <a:solidFill>
            <a:srgbClr val="A0CE3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14" name="TextBox 10">
            <a:extLst>
              <a:ext uri="{FF2B5EF4-FFF2-40B4-BE49-F238E27FC236}">
                <a16:creationId xmlns:a16="http://schemas.microsoft.com/office/drawing/2014/main" id="{7346ADD0-0753-04EB-DFC8-9AFE14503F42}"/>
              </a:ext>
            </a:extLst>
          </p:cNvPr>
          <p:cNvSpPr txBox="1"/>
          <p:nvPr/>
        </p:nvSpPr>
        <p:spPr>
          <a:xfrm>
            <a:off x="272036" y="1474753"/>
            <a:ext cx="5206887" cy="1028358"/>
          </a:xfrm>
          <a:prstGeom prst="rect">
            <a:avLst/>
          </a:prstGeom>
          <a:noFill/>
        </p:spPr>
        <p:txBody>
          <a:bodyPr wrap="square" rtlCol="0">
            <a:spAutoFit/>
          </a:bodyPr>
          <a:lstStyle/>
          <a:p>
            <a:pPr>
              <a:lnSpc>
                <a:spcPct val="150000"/>
              </a:lnSpc>
            </a:pP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Proin fermentum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leo</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vel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orci</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porta non pulvinar.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Sagittis</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eut</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volutpat</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odio</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facilisis</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mauris</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sit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amet</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massa</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Ut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tellus</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gam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elementum</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sagittis</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vitae et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leo</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duis</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ut</a:t>
            </a:r>
            <a:r>
              <a:rPr lang="en-US" sz="1400" dirty="0">
                <a:solidFill>
                  <a:schemeClr val="tx1">
                    <a:lumMod val="75000"/>
                    <a:lumOff val="25000"/>
                  </a:schemeClr>
                </a:solidFill>
                <a:latin typeface="Calibri" panose="020F0502020204030204" pitchFamily="34" charset="0"/>
                <a:ea typeface="Roboto" panose="02000000000000000000" pitchFamily="2" charset="0"/>
                <a:cs typeface="Calibri" panose="020F0502020204030204" pitchFamily="34" charset="0"/>
              </a:rPr>
              <a:t> diam vitae.</a:t>
            </a:r>
          </a:p>
        </p:txBody>
      </p:sp>
      <p:sp>
        <p:nvSpPr>
          <p:cNvPr id="15" name="Graphic 41" descr="Trophy with solid fill">
            <a:extLst>
              <a:ext uri="{FF2B5EF4-FFF2-40B4-BE49-F238E27FC236}">
                <a16:creationId xmlns:a16="http://schemas.microsoft.com/office/drawing/2014/main" id="{5DC3215C-D86C-15A9-5E70-244ACFBADF37}"/>
              </a:ext>
            </a:extLst>
          </p:cNvPr>
          <p:cNvSpPr/>
          <p:nvPr/>
        </p:nvSpPr>
        <p:spPr>
          <a:xfrm>
            <a:off x="620526" y="3036437"/>
            <a:ext cx="402500" cy="453675"/>
          </a:xfrm>
          <a:custGeom>
            <a:avLst/>
            <a:gdLst>
              <a:gd name="connsiteX0" fmla="*/ 516638 w 603750"/>
              <a:gd name="connsiteY0" fmla="*/ 327750 h 680512"/>
              <a:gd name="connsiteX1" fmla="*/ 395888 w 603750"/>
              <a:gd name="connsiteY1" fmla="*/ 385538 h 680512"/>
              <a:gd name="connsiteX2" fmla="*/ 447638 w 603750"/>
              <a:gd name="connsiteY2" fmla="*/ 332925 h 680512"/>
              <a:gd name="connsiteX3" fmla="*/ 467475 w 603750"/>
              <a:gd name="connsiteY3" fmla="*/ 307050 h 680512"/>
              <a:gd name="connsiteX4" fmla="*/ 490763 w 603750"/>
              <a:gd name="connsiteY4" fmla="*/ 225112 h 680512"/>
              <a:gd name="connsiteX5" fmla="*/ 490763 w 603750"/>
              <a:gd name="connsiteY5" fmla="*/ 112988 h 680512"/>
              <a:gd name="connsiteX6" fmla="*/ 551138 w 603750"/>
              <a:gd name="connsiteY6" fmla="*/ 112988 h 680512"/>
              <a:gd name="connsiteX7" fmla="*/ 551138 w 603750"/>
              <a:gd name="connsiteY7" fmla="*/ 244088 h 680512"/>
              <a:gd name="connsiteX8" fmla="*/ 516638 w 603750"/>
              <a:gd name="connsiteY8" fmla="*/ 327750 h 680512"/>
              <a:gd name="connsiteX9" fmla="*/ 87975 w 603750"/>
              <a:gd name="connsiteY9" fmla="*/ 327750 h 680512"/>
              <a:gd name="connsiteX10" fmla="*/ 51750 w 603750"/>
              <a:gd name="connsiteY10" fmla="*/ 244088 h 680512"/>
              <a:gd name="connsiteX11" fmla="*/ 51750 w 603750"/>
              <a:gd name="connsiteY11" fmla="*/ 112125 h 680512"/>
              <a:gd name="connsiteX12" fmla="*/ 112125 w 603750"/>
              <a:gd name="connsiteY12" fmla="*/ 112125 h 680512"/>
              <a:gd name="connsiteX13" fmla="*/ 112125 w 603750"/>
              <a:gd name="connsiteY13" fmla="*/ 224250 h 680512"/>
              <a:gd name="connsiteX14" fmla="*/ 135413 w 603750"/>
              <a:gd name="connsiteY14" fmla="*/ 306188 h 680512"/>
              <a:gd name="connsiteX15" fmla="*/ 155250 w 603750"/>
              <a:gd name="connsiteY15" fmla="*/ 332063 h 680512"/>
              <a:gd name="connsiteX16" fmla="*/ 207000 w 603750"/>
              <a:gd name="connsiteY16" fmla="*/ 384675 h 680512"/>
              <a:gd name="connsiteX17" fmla="*/ 87975 w 603750"/>
              <a:gd name="connsiteY17" fmla="*/ 327750 h 680512"/>
              <a:gd name="connsiteX18" fmla="*/ 603750 w 603750"/>
              <a:gd name="connsiteY18" fmla="*/ 241500 h 680512"/>
              <a:gd name="connsiteX19" fmla="*/ 603750 w 603750"/>
              <a:gd name="connsiteY19" fmla="*/ 60375 h 680512"/>
              <a:gd name="connsiteX20" fmla="*/ 491625 w 603750"/>
              <a:gd name="connsiteY20" fmla="*/ 60375 h 680512"/>
              <a:gd name="connsiteX21" fmla="*/ 491625 w 603750"/>
              <a:gd name="connsiteY21" fmla="*/ 0 h 680512"/>
              <a:gd name="connsiteX22" fmla="*/ 301875 w 603750"/>
              <a:gd name="connsiteY22" fmla="*/ 0 h 680512"/>
              <a:gd name="connsiteX23" fmla="*/ 112125 w 603750"/>
              <a:gd name="connsiteY23" fmla="*/ 0 h 680512"/>
              <a:gd name="connsiteX24" fmla="*/ 112125 w 603750"/>
              <a:gd name="connsiteY24" fmla="*/ 60375 h 680512"/>
              <a:gd name="connsiteX25" fmla="*/ 0 w 603750"/>
              <a:gd name="connsiteY25" fmla="*/ 60375 h 680512"/>
              <a:gd name="connsiteX26" fmla="*/ 0 w 603750"/>
              <a:gd name="connsiteY26" fmla="*/ 240638 h 680512"/>
              <a:gd name="connsiteX27" fmla="*/ 49163 w 603750"/>
              <a:gd name="connsiteY27" fmla="*/ 361388 h 680512"/>
              <a:gd name="connsiteX28" fmla="*/ 255300 w 603750"/>
              <a:gd name="connsiteY28" fmla="*/ 439013 h 680512"/>
              <a:gd name="connsiteX29" fmla="*/ 267375 w 603750"/>
              <a:gd name="connsiteY29" fmla="*/ 482138 h 680512"/>
              <a:gd name="connsiteX30" fmla="*/ 267375 w 603750"/>
              <a:gd name="connsiteY30" fmla="*/ 594263 h 680512"/>
              <a:gd name="connsiteX31" fmla="*/ 224250 w 603750"/>
              <a:gd name="connsiteY31" fmla="*/ 594263 h 680512"/>
              <a:gd name="connsiteX32" fmla="*/ 189750 w 603750"/>
              <a:gd name="connsiteY32" fmla="*/ 628763 h 680512"/>
              <a:gd name="connsiteX33" fmla="*/ 146625 w 603750"/>
              <a:gd name="connsiteY33" fmla="*/ 628763 h 680512"/>
              <a:gd name="connsiteX34" fmla="*/ 112125 w 603750"/>
              <a:gd name="connsiteY34" fmla="*/ 663263 h 680512"/>
              <a:gd name="connsiteX35" fmla="*/ 112125 w 603750"/>
              <a:gd name="connsiteY35" fmla="*/ 680513 h 680512"/>
              <a:gd name="connsiteX36" fmla="*/ 491625 w 603750"/>
              <a:gd name="connsiteY36" fmla="*/ 680513 h 680512"/>
              <a:gd name="connsiteX37" fmla="*/ 491625 w 603750"/>
              <a:gd name="connsiteY37" fmla="*/ 663263 h 680512"/>
              <a:gd name="connsiteX38" fmla="*/ 457125 w 603750"/>
              <a:gd name="connsiteY38" fmla="*/ 628763 h 680512"/>
              <a:gd name="connsiteX39" fmla="*/ 414000 w 603750"/>
              <a:gd name="connsiteY39" fmla="*/ 628763 h 680512"/>
              <a:gd name="connsiteX40" fmla="*/ 379500 w 603750"/>
              <a:gd name="connsiteY40" fmla="*/ 594263 h 680512"/>
              <a:gd name="connsiteX41" fmla="*/ 336375 w 603750"/>
              <a:gd name="connsiteY41" fmla="*/ 594263 h 680512"/>
              <a:gd name="connsiteX42" fmla="*/ 336375 w 603750"/>
              <a:gd name="connsiteY42" fmla="*/ 483000 h 680512"/>
              <a:gd name="connsiteX43" fmla="*/ 348450 w 603750"/>
              <a:gd name="connsiteY43" fmla="*/ 439875 h 680512"/>
              <a:gd name="connsiteX44" fmla="*/ 554588 w 603750"/>
              <a:gd name="connsiteY44" fmla="*/ 362250 h 680512"/>
              <a:gd name="connsiteX45" fmla="*/ 603750 w 603750"/>
              <a:gd name="connsiteY45" fmla="*/ 241500 h 68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3750" h="680512">
                <a:moveTo>
                  <a:pt x="516638" y="327750"/>
                </a:moveTo>
                <a:cubicBezTo>
                  <a:pt x="486450" y="358800"/>
                  <a:pt x="457988" y="378638"/>
                  <a:pt x="395888" y="385538"/>
                </a:cubicBezTo>
                <a:cubicBezTo>
                  <a:pt x="412275" y="369150"/>
                  <a:pt x="431250" y="352763"/>
                  <a:pt x="447638" y="332925"/>
                </a:cubicBezTo>
                <a:cubicBezTo>
                  <a:pt x="454537" y="325163"/>
                  <a:pt x="467475" y="307913"/>
                  <a:pt x="467475" y="307050"/>
                </a:cubicBezTo>
                <a:cubicBezTo>
                  <a:pt x="482138" y="282900"/>
                  <a:pt x="490763" y="255300"/>
                  <a:pt x="490763" y="225112"/>
                </a:cubicBezTo>
                <a:lnTo>
                  <a:pt x="490763" y="112988"/>
                </a:lnTo>
                <a:lnTo>
                  <a:pt x="551138" y="112988"/>
                </a:lnTo>
                <a:lnTo>
                  <a:pt x="551138" y="244088"/>
                </a:lnTo>
                <a:cubicBezTo>
                  <a:pt x="552000" y="245813"/>
                  <a:pt x="553725" y="288938"/>
                  <a:pt x="516638" y="327750"/>
                </a:cubicBezTo>
                <a:close/>
                <a:moveTo>
                  <a:pt x="87975" y="327750"/>
                </a:moveTo>
                <a:cubicBezTo>
                  <a:pt x="50025" y="288938"/>
                  <a:pt x="51750" y="245813"/>
                  <a:pt x="51750" y="244088"/>
                </a:cubicBezTo>
                <a:lnTo>
                  <a:pt x="51750" y="112125"/>
                </a:lnTo>
                <a:lnTo>
                  <a:pt x="112125" y="112125"/>
                </a:lnTo>
                <a:lnTo>
                  <a:pt x="112125" y="224250"/>
                </a:lnTo>
                <a:cubicBezTo>
                  <a:pt x="112125" y="254438"/>
                  <a:pt x="120750" y="282038"/>
                  <a:pt x="135413" y="306188"/>
                </a:cubicBezTo>
                <a:cubicBezTo>
                  <a:pt x="135413" y="307050"/>
                  <a:pt x="148350" y="325163"/>
                  <a:pt x="155250" y="332063"/>
                </a:cubicBezTo>
                <a:cubicBezTo>
                  <a:pt x="172500" y="351900"/>
                  <a:pt x="190612" y="368288"/>
                  <a:pt x="207000" y="384675"/>
                </a:cubicBezTo>
                <a:cubicBezTo>
                  <a:pt x="146625" y="377775"/>
                  <a:pt x="117300" y="357938"/>
                  <a:pt x="87975" y="327750"/>
                </a:cubicBezTo>
                <a:close/>
                <a:moveTo>
                  <a:pt x="603750" y="241500"/>
                </a:moveTo>
                <a:lnTo>
                  <a:pt x="603750" y="60375"/>
                </a:lnTo>
                <a:lnTo>
                  <a:pt x="491625" y="60375"/>
                </a:lnTo>
                <a:lnTo>
                  <a:pt x="491625" y="0"/>
                </a:lnTo>
                <a:lnTo>
                  <a:pt x="301875" y="0"/>
                </a:lnTo>
                <a:lnTo>
                  <a:pt x="112125" y="0"/>
                </a:lnTo>
                <a:lnTo>
                  <a:pt x="112125" y="60375"/>
                </a:lnTo>
                <a:lnTo>
                  <a:pt x="0" y="60375"/>
                </a:lnTo>
                <a:lnTo>
                  <a:pt x="0" y="240638"/>
                </a:lnTo>
                <a:cubicBezTo>
                  <a:pt x="0" y="249263"/>
                  <a:pt x="0" y="308775"/>
                  <a:pt x="49163" y="361388"/>
                </a:cubicBezTo>
                <a:cubicBezTo>
                  <a:pt x="96600" y="411413"/>
                  <a:pt x="154388" y="437288"/>
                  <a:pt x="255300" y="439013"/>
                </a:cubicBezTo>
                <a:cubicBezTo>
                  <a:pt x="263063" y="451950"/>
                  <a:pt x="267375" y="466613"/>
                  <a:pt x="267375" y="482138"/>
                </a:cubicBezTo>
                <a:lnTo>
                  <a:pt x="267375" y="594263"/>
                </a:lnTo>
                <a:lnTo>
                  <a:pt x="224250" y="594263"/>
                </a:lnTo>
                <a:cubicBezTo>
                  <a:pt x="205275" y="594263"/>
                  <a:pt x="189750" y="609788"/>
                  <a:pt x="189750" y="628763"/>
                </a:cubicBezTo>
                <a:lnTo>
                  <a:pt x="146625" y="628763"/>
                </a:lnTo>
                <a:cubicBezTo>
                  <a:pt x="127650" y="628763"/>
                  <a:pt x="112125" y="644288"/>
                  <a:pt x="112125" y="663263"/>
                </a:cubicBezTo>
                <a:lnTo>
                  <a:pt x="112125" y="680513"/>
                </a:lnTo>
                <a:lnTo>
                  <a:pt x="491625" y="680513"/>
                </a:lnTo>
                <a:lnTo>
                  <a:pt x="491625" y="663263"/>
                </a:lnTo>
                <a:cubicBezTo>
                  <a:pt x="491625" y="644288"/>
                  <a:pt x="476100" y="628763"/>
                  <a:pt x="457125" y="628763"/>
                </a:cubicBezTo>
                <a:lnTo>
                  <a:pt x="414000" y="628763"/>
                </a:lnTo>
                <a:cubicBezTo>
                  <a:pt x="414000" y="609788"/>
                  <a:pt x="398475" y="594263"/>
                  <a:pt x="379500" y="594263"/>
                </a:cubicBezTo>
                <a:lnTo>
                  <a:pt x="336375" y="594263"/>
                </a:lnTo>
                <a:lnTo>
                  <a:pt x="336375" y="483000"/>
                </a:lnTo>
                <a:cubicBezTo>
                  <a:pt x="336375" y="467475"/>
                  <a:pt x="340688" y="452813"/>
                  <a:pt x="348450" y="439875"/>
                </a:cubicBezTo>
                <a:cubicBezTo>
                  <a:pt x="449363" y="438150"/>
                  <a:pt x="507150" y="411413"/>
                  <a:pt x="554588" y="362250"/>
                </a:cubicBezTo>
                <a:cubicBezTo>
                  <a:pt x="603750" y="310500"/>
                  <a:pt x="603750" y="250125"/>
                  <a:pt x="603750" y="241500"/>
                </a:cubicBezTo>
                <a:close/>
              </a:path>
            </a:pathLst>
          </a:custGeom>
          <a:solidFill>
            <a:schemeClr val="bg1"/>
          </a:solidFill>
          <a:ln w="8533" cap="flat">
            <a:noFill/>
            <a:prstDash val="solid"/>
            <a:miter/>
          </a:ln>
        </p:spPr>
        <p:txBody>
          <a:bodyPr rtlCol="0" anchor="ctr"/>
          <a:lstStyle/>
          <a:p>
            <a:endParaRPr lang="en-ID" sz="1200"/>
          </a:p>
        </p:txBody>
      </p:sp>
      <p:sp>
        <p:nvSpPr>
          <p:cNvPr id="16" name="TextBox 12">
            <a:extLst>
              <a:ext uri="{FF2B5EF4-FFF2-40B4-BE49-F238E27FC236}">
                <a16:creationId xmlns:a16="http://schemas.microsoft.com/office/drawing/2014/main" id="{FE1E27E8-96A2-B19A-7AFE-39EB6EF17599}"/>
              </a:ext>
            </a:extLst>
          </p:cNvPr>
          <p:cNvSpPr txBox="1"/>
          <p:nvPr/>
        </p:nvSpPr>
        <p:spPr>
          <a:xfrm>
            <a:off x="564551" y="3712539"/>
            <a:ext cx="2014345" cy="307777"/>
          </a:xfrm>
          <a:prstGeom prst="rect">
            <a:avLst/>
          </a:prstGeom>
          <a:noFill/>
        </p:spPr>
        <p:txBody>
          <a:bodyPr wrap="square" rtlCol="0">
            <a:spAutoFit/>
          </a:bodyPr>
          <a:lstStyle/>
          <a:p>
            <a:r>
              <a:rPr lang="en-US" sz="1400" b="1" dirty="0">
                <a:solidFill>
                  <a:schemeClr val="bg1"/>
                </a:solidFill>
                <a:latin typeface="Impact" panose="020B0806030902050204" pitchFamily="34" charset="0"/>
                <a:cs typeface="Mongolian Baiti" panose="03000500000000000000" pitchFamily="66" charset="0"/>
              </a:rPr>
              <a:t>Sub-Título</a:t>
            </a:r>
            <a:endParaRPr lang="en-ID" sz="1400" b="1" dirty="0">
              <a:solidFill>
                <a:schemeClr val="bg1"/>
              </a:solidFill>
              <a:latin typeface="Impact" panose="020B0806030902050204" pitchFamily="34" charset="0"/>
              <a:cs typeface="Mongolian Baiti" panose="03000500000000000000" pitchFamily="66" charset="0"/>
            </a:endParaRPr>
          </a:p>
        </p:txBody>
      </p:sp>
      <p:sp>
        <p:nvSpPr>
          <p:cNvPr id="17" name="TextBox 13">
            <a:extLst>
              <a:ext uri="{FF2B5EF4-FFF2-40B4-BE49-F238E27FC236}">
                <a16:creationId xmlns:a16="http://schemas.microsoft.com/office/drawing/2014/main" id="{779BE687-D99F-56D6-5243-56FA36163255}"/>
              </a:ext>
            </a:extLst>
          </p:cNvPr>
          <p:cNvSpPr txBox="1"/>
          <p:nvPr/>
        </p:nvSpPr>
        <p:spPr>
          <a:xfrm>
            <a:off x="564549" y="3979279"/>
            <a:ext cx="2093449" cy="702180"/>
          </a:xfrm>
          <a:prstGeom prst="rect">
            <a:avLst/>
          </a:prstGeom>
          <a:noFill/>
        </p:spPr>
        <p:txBody>
          <a:bodyPr wrap="square" rtlCol="0">
            <a:spAutoFit/>
          </a:bodyPr>
          <a:lstStyle/>
          <a:p>
            <a:pPr>
              <a:lnSpc>
                <a:spcPct val="150000"/>
              </a:lnSpc>
            </a:pP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Fusce</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libero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justo</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laoret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sit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amet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cursus situ. </a:t>
            </a:r>
          </a:p>
        </p:txBody>
      </p:sp>
      <p:sp>
        <p:nvSpPr>
          <p:cNvPr id="18" name="TextBox 15">
            <a:extLst>
              <a:ext uri="{FF2B5EF4-FFF2-40B4-BE49-F238E27FC236}">
                <a16:creationId xmlns:a16="http://schemas.microsoft.com/office/drawing/2014/main" id="{5310AC49-4DC1-5F57-E5B3-8E69AF87D9A8}"/>
              </a:ext>
            </a:extLst>
          </p:cNvPr>
          <p:cNvSpPr txBox="1"/>
          <p:nvPr/>
        </p:nvSpPr>
        <p:spPr>
          <a:xfrm>
            <a:off x="3214265" y="3712539"/>
            <a:ext cx="2014345" cy="307777"/>
          </a:xfrm>
          <a:prstGeom prst="rect">
            <a:avLst/>
          </a:prstGeom>
          <a:noFill/>
        </p:spPr>
        <p:txBody>
          <a:bodyPr wrap="square" rtlCol="0">
            <a:spAutoFit/>
          </a:bodyPr>
          <a:lstStyle/>
          <a:p>
            <a:r>
              <a:rPr lang="en-US" sz="1400" b="1" dirty="0">
                <a:solidFill>
                  <a:schemeClr val="bg1"/>
                </a:solidFill>
                <a:latin typeface="Impact" panose="020B0806030902050204" pitchFamily="34" charset="0"/>
                <a:cs typeface="Mongolian Baiti" panose="03000500000000000000" pitchFamily="66" charset="0"/>
              </a:rPr>
              <a:t>Sub-Título</a:t>
            </a:r>
            <a:endParaRPr lang="en-ID" sz="1400" b="1" dirty="0">
              <a:solidFill>
                <a:schemeClr val="bg1"/>
              </a:solidFill>
              <a:latin typeface="Impact" panose="020B0806030902050204" pitchFamily="34" charset="0"/>
              <a:cs typeface="Mongolian Baiti" panose="03000500000000000000" pitchFamily="66" charset="0"/>
            </a:endParaRPr>
          </a:p>
        </p:txBody>
      </p:sp>
      <p:sp>
        <p:nvSpPr>
          <p:cNvPr id="19" name="TextBox 16">
            <a:extLst>
              <a:ext uri="{FF2B5EF4-FFF2-40B4-BE49-F238E27FC236}">
                <a16:creationId xmlns:a16="http://schemas.microsoft.com/office/drawing/2014/main" id="{4E4D4F1F-9E72-8E3D-10DF-5A05C9958613}"/>
              </a:ext>
            </a:extLst>
          </p:cNvPr>
          <p:cNvSpPr txBox="1"/>
          <p:nvPr/>
        </p:nvSpPr>
        <p:spPr>
          <a:xfrm>
            <a:off x="3214263" y="3979279"/>
            <a:ext cx="2093449" cy="702180"/>
          </a:xfrm>
          <a:prstGeom prst="rect">
            <a:avLst/>
          </a:prstGeom>
          <a:noFill/>
        </p:spPr>
        <p:txBody>
          <a:bodyPr wrap="square" rtlCol="0">
            <a:spAutoFit/>
          </a:bodyPr>
          <a:lstStyle/>
          <a:p>
            <a:pPr>
              <a:lnSpc>
                <a:spcPct val="150000"/>
              </a:lnSpc>
            </a:pP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Fusce</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libero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justo</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laoret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sit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amet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cursus situ.</a:t>
            </a:r>
          </a:p>
        </p:txBody>
      </p:sp>
      <p:sp>
        <p:nvSpPr>
          <p:cNvPr id="20" name="Graphic 59" descr="Shield Tick with solid fill">
            <a:extLst>
              <a:ext uri="{FF2B5EF4-FFF2-40B4-BE49-F238E27FC236}">
                <a16:creationId xmlns:a16="http://schemas.microsoft.com/office/drawing/2014/main" id="{5A9B7151-D208-8524-5165-1C7881F56F4F}"/>
              </a:ext>
            </a:extLst>
          </p:cNvPr>
          <p:cNvSpPr/>
          <p:nvPr/>
        </p:nvSpPr>
        <p:spPr>
          <a:xfrm>
            <a:off x="3267016" y="3034165"/>
            <a:ext cx="390639" cy="465724"/>
          </a:xfrm>
          <a:custGeom>
            <a:avLst/>
            <a:gdLst>
              <a:gd name="connsiteX0" fmla="*/ 556132 w 585958"/>
              <a:gd name="connsiteY0" fmla="*/ 128004 h 698586"/>
              <a:gd name="connsiteX1" fmla="*/ 317461 w 585958"/>
              <a:gd name="connsiteY1" fmla="*/ 11213 h 698586"/>
              <a:gd name="connsiteX2" fmla="*/ 271856 w 585958"/>
              <a:gd name="connsiteY2" fmla="*/ 7854 h 698586"/>
              <a:gd name="connsiteX3" fmla="*/ 268497 w 585958"/>
              <a:gd name="connsiteY3" fmla="*/ 11213 h 698586"/>
              <a:gd name="connsiteX4" fmla="*/ 29826 w 585958"/>
              <a:gd name="connsiteY4" fmla="*/ 128004 h 698586"/>
              <a:gd name="connsiteX5" fmla="*/ 1 w 585958"/>
              <a:gd name="connsiteY5" fmla="*/ 161003 h 698586"/>
              <a:gd name="connsiteX6" fmla="*/ 1 w 585958"/>
              <a:gd name="connsiteY6" fmla="*/ 244260 h 698586"/>
              <a:gd name="connsiteX7" fmla="*/ 274957 w 585958"/>
              <a:gd name="connsiteY7" fmla="*/ 693295 h 698586"/>
              <a:gd name="connsiteX8" fmla="*/ 311001 w 585958"/>
              <a:gd name="connsiteY8" fmla="*/ 693295 h 698586"/>
              <a:gd name="connsiteX9" fmla="*/ 585958 w 585958"/>
              <a:gd name="connsiteY9" fmla="*/ 244260 h 698586"/>
              <a:gd name="connsiteX10" fmla="*/ 585958 w 585958"/>
              <a:gd name="connsiteY10" fmla="*/ 161003 h 698586"/>
              <a:gd name="connsiteX11" fmla="*/ 556132 w 585958"/>
              <a:gd name="connsiteY11" fmla="*/ 128004 h 698586"/>
              <a:gd name="connsiteX12" fmla="*/ 529895 w 585958"/>
              <a:gd name="connsiteY12" fmla="*/ 244260 h 698586"/>
              <a:gd name="connsiteX13" fmla="*/ 300349 w 585958"/>
              <a:gd name="connsiteY13" fmla="*/ 633041 h 698586"/>
              <a:gd name="connsiteX14" fmla="*/ 292984 w 585958"/>
              <a:gd name="connsiteY14" fmla="*/ 638138 h 698586"/>
              <a:gd name="connsiteX15" fmla="*/ 285626 w 585958"/>
              <a:gd name="connsiteY15" fmla="*/ 633041 h 698586"/>
              <a:gd name="connsiteX16" fmla="*/ 56055 w 585958"/>
              <a:gd name="connsiteY16" fmla="*/ 244260 h 698586"/>
              <a:gd name="connsiteX17" fmla="*/ 56055 w 585958"/>
              <a:gd name="connsiteY17" fmla="*/ 181720 h 698586"/>
              <a:gd name="connsiteX18" fmla="*/ 66957 w 585958"/>
              <a:gd name="connsiteY18" fmla="*/ 179995 h 698586"/>
              <a:gd name="connsiteX19" fmla="*/ 284212 w 585958"/>
              <a:gd name="connsiteY19" fmla="*/ 74770 h 698586"/>
              <a:gd name="connsiteX20" fmla="*/ 292975 w 585958"/>
              <a:gd name="connsiteY20" fmla="*/ 66697 h 698586"/>
              <a:gd name="connsiteX21" fmla="*/ 301747 w 585958"/>
              <a:gd name="connsiteY21" fmla="*/ 74770 h 698586"/>
              <a:gd name="connsiteX22" fmla="*/ 518993 w 585958"/>
              <a:gd name="connsiteY22" fmla="*/ 179995 h 698586"/>
              <a:gd name="connsiteX23" fmla="*/ 529895 w 585958"/>
              <a:gd name="connsiteY23" fmla="*/ 181720 h 69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958" h="698586">
                <a:moveTo>
                  <a:pt x="556132" y="128004"/>
                </a:moveTo>
                <a:cubicBezTo>
                  <a:pt x="464652" y="120716"/>
                  <a:pt x="379349" y="78975"/>
                  <a:pt x="317461" y="11213"/>
                </a:cubicBezTo>
                <a:cubicBezTo>
                  <a:pt x="305795" y="-2309"/>
                  <a:pt x="285377" y="-3812"/>
                  <a:pt x="271856" y="7854"/>
                </a:cubicBezTo>
                <a:cubicBezTo>
                  <a:pt x="270655" y="8889"/>
                  <a:pt x="269533" y="10012"/>
                  <a:pt x="268497" y="11213"/>
                </a:cubicBezTo>
                <a:cubicBezTo>
                  <a:pt x="206609" y="78975"/>
                  <a:pt x="121306" y="120716"/>
                  <a:pt x="29826" y="128004"/>
                </a:cubicBezTo>
                <a:cubicBezTo>
                  <a:pt x="12827" y="129597"/>
                  <a:pt x="-128" y="143930"/>
                  <a:pt x="1" y="161003"/>
                </a:cubicBezTo>
                <a:lnTo>
                  <a:pt x="1" y="244260"/>
                </a:lnTo>
                <a:cubicBezTo>
                  <a:pt x="1" y="425264"/>
                  <a:pt x="115119" y="590838"/>
                  <a:pt x="274957" y="693295"/>
                </a:cubicBezTo>
                <a:cubicBezTo>
                  <a:pt x="285936" y="700350"/>
                  <a:pt x="300022" y="700350"/>
                  <a:pt x="311001" y="693295"/>
                </a:cubicBezTo>
                <a:cubicBezTo>
                  <a:pt x="470840" y="590813"/>
                  <a:pt x="585958" y="425264"/>
                  <a:pt x="585958" y="244260"/>
                </a:cubicBezTo>
                <a:lnTo>
                  <a:pt x="585958" y="161003"/>
                </a:lnTo>
                <a:cubicBezTo>
                  <a:pt x="586086" y="143930"/>
                  <a:pt x="573131" y="129597"/>
                  <a:pt x="556132" y="128004"/>
                </a:cubicBezTo>
                <a:close/>
                <a:moveTo>
                  <a:pt x="529895" y="244260"/>
                </a:moveTo>
                <a:cubicBezTo>
                  <a:pt x="529895" y="388298"/>
                  <a:pt x="444085" y="533603"/>
                  <a:pt x="300349" y="633041"/>
                </a:cubicBezTo>
                <a:lnTo>
                  <a:pt x="292984" y="638138"/>
                </a:lnTo>
                <a:lnTo>
                  <a:pt x="285626" y="633041"/>
                </a:lnTo>
                <a:cubicBezTo>
                  <a:pt x="141882" y="533594"/>
                  <a:pt x="56055" y="388254"/>
                  <a:pt x="56055" y="244260"/>
                </a:cubicBezTo>
                <a:lnTo>
                  <a:pt x="56055" y="181720"/>
                </a:lnTo>
                <a:lnTo>
                  <a:pt x="66957" y="179995"/>
                </a:lnTo>
                <a:cubicBezTo>
                  <a:pt x="148179" y="167152"/>
                  <a:pt x="223778" y="130536"/>
                  <a:pt x="284212" y="74770"/>
                </a:cubicBezTo>
                <a:lnTo>
                  <a:pt x="292975" y="66697"/>
                </a:lnTo>
                <a:lnTo>
                  <a:pt x="301747" y="74770"/>
                </a:lnTo>
                <a:cubicBezTo>
                  <a:pt x="362178" y="130536"/>
                  <a:pt x="437773" y="167152"/>
                  <a:pt x="518993" y="179995"/>
                </a:cubicBezTo>
                <a:lnTo>
                  <a:pt x="529895" y="181720"/>
                </a:lnTo>
                <a:close/>
              </a:path>
            </a:pathLst>
          </a:custGeom>
          <a:solidFill>
            <a:schemeClr val="bg1"/>
          </a:solidFill>
          <a:ln w="8533" cap="flat">
            <a:noFill/>
            <a:prstDash val="solid"/>
            <a:miter/>
          </a:ln>
        </p:spPr>
        <p:txBody>
          <a:bodyPr rtlCol="0" anchor="ctr"/>
          <a:lstStyle/>
          <a:p>
            <a:endParaRPr lang="en-ID" sz="1200"/>
          </a:p>
        </p:txBody>
      </p:sp>
      <p:sp>
        <p:nvSpPr>
          <p:cNvPr id="21" name="Graphic 59" descr="Shield Tick with solid fill">
            <a:extLst>
              <a:ext uri="{FF2B5EF4-FFF2-40B4-BE49-F238E27FC236}">
                <a16:creationId xmlns:a16="http://schemas.microsoft.com/office/drawing/2014/main" id="{A413E9F6-F8B8-7888-E68C-396B4C678D5B}"/>
              </a:ext>
            </a:extLst>
          </p:cNvPr>
          <p:cNvSpPr/>
          <p:nvPr/>
        </p:nvSpPr>
        <p:spPr>
          <a:xfrm>
            <a:off x="3321637" y="3101946"/>
            <a:ext cx="281393" cy="336616"/>
          </a:xfrm>
          <a:custGeom>
            <a:avLst/>
            <a:gdLst>
              <a:gd name="connsiteX0" fmla="*/ 211045 w 422090"/>
              <a:gd name="connsiteY0" fmla="*/ 0 h 504924"/>
              <a:gd name="connsiteX1" fmla="*/ 0 w 422090"/>
              <a:gd name="connsiteY1" fmla="*/ 101982 h 504924"/>
              <a:gd name="connsiteX2" fmla="*/ 0 w 422090"/>
              <a:gd name="connsiteY2" fmla="*/ 142589 h 504924"/>
              <a:gd name="connsiteX3" fmla="*/ 211054 w 422090"/>
              <a:gd name="connsiteY3" fmla="*/ 504925 h 504924"/>
              <a:gd name="connsiteX4" fmla="*/ 422090 w 422090"/>
              <a:gd name="connsiteY4" fmla="*/ 142589 h 504924"/>
              <a:gd name="connsiteX5" fmla="*/ 422090 w 422090"/>
              <a:gd name="connsiteY5" fmla="*/ 101982 h 504924"/>
              <a:gd name="connsiteX6" fmla="*/ 211045 w 422090"/>
              <a:gd name="connsiteY6" fmla="*/ 0 h 504924"/>
              <a:gd name="connsiteX7" fmla="*/ 188896 w 422090"/>
              <a:gd name="connsiteY7" fmla="*/ 336763 h 504924"/>
              <a:gd name="connsiteX8" fmla="*/ 101680 w 422090"/>
              <a:gd name="connsiteY8" fmla="*/ 249539 h 504924"/>
              <a:gd name="connsiteX9" fmla="*/ 131316 w 422090"/>
              <a:gd name="connsiteY9" fmla="*/ 219903 h 504924"/>
              <a:gd name="connsiteX10" fmla="*/ 188896 w 422090"/>
              <a:gd name="connsiteY10" fmla="*/ 277484 h 504924"/>
              <a:gd name="connsiteX11" fmla="*/ 306817 w 422090"/>
              <a:gd name="connsiteY11" fmla="*/ 159562 h 504924"/>
              <a:gd name="connsiteX12" fmla="*/ 336453 w 422090"/>
              <a:gd name="connsiteY12" fmla="*/ 189207 h 50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090" h="504924">
                <a:moveTo>
                  <a:pt x="211045" y="0"/>
                </a:moveTo>
                <a:cubicBezTo>
                  <a:pt x="151161" y="52374"/>
                  <a:pt x="78247" y="87608"/>
                  <a:pt x="0" y="101982"/>
                </a:cubicBezTo>
                <a:lnTo>
                  <a:pt x="0" y="142589"/>
                </a:lnTo>
                <a:cubicBezTo>
                  <a:pt x="0" y="275646"/>
                  <a:pt x="78720" y="410507"/>
                  <a:pt x="211054" y="504925"/>
                </a:cubicBezTo>
                <a:cubicBezTo>
                  <a:pt x="343370" y="410524"/>
                  <a:pt x="422090" y="275655"/>
                  <a:pt x="422090" y="142589"/>
                </a:cubicBezTo>
                <a:lnTo>
                  <a:pt x="422090" y="101982"/>
                </a:lnTo>
                <a:cubicBezTo>
                  <a:pt x="343843" y="87608"/>
                  <a:pt x="270929" y="52374"/>
                  <a:pt x="211045" y="0"/>
                </a:cubicBezTo>
                <a:close/>
                <a:moveTo>
                  <a:pt x="188896" y="336763"/>
                </a:moveTo>
                <a:lnTo>
                  <a:pt x="101680" y="249539"/>
                </a:lnTo>
                <a:lnTo>
                  <a:pt x="131316" y="219903"/>
                </a:lnTo>
                <a:lnTo>
                  <a:pt x="188896" y="277484"/>
                </a:lnTo>
                <a:lnTo>
                  <a:pt x="306817" y="159562"/>
                </a:lnTo>
                <a:lnTo>
                  <a:pt x="336453" y="189207"/>
                </a:lnTo>
                <a:close/>
              </a:path>
            </a:pathLst>
          </a:custGeom>
          <a:solidFill>
            <a:schemeClr val="bg1"/>
          </a:solidFill>
          <a:ln w="8533" cap="flat">
            <a:noFill/>
            <a:prstDash val="solid"/>
            <a:miter/>
          </a:ln>
        </p:spPr>
        <p:txBody>
          <a:bodyPr rtlCol="0" anchor="ctr"/>
          <a:lstStyle/>
          <a:p>
            <a:endParaRPr lang="en-ID" sz="1200"/>
          </a:p>
        </p:txBody>
      </p:sp>
    </p:spTree>
    <p:extLst>
      <p:ext uri="{BB962C8B-B14F-4D97-AF65-F5344CB8AC3E}">
        <p14:creationId xmlns:p14="http://schemas.microsoft.com/office/powerpoint/2010/main" val="601376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28DD8A-70B4-CD9D-F56C-B1933845B0F5}"/>
              </a:ext>
            </a:extLst>
          </p:cNvPr>
          <p:cNvSpPr>
            <a:spLocks noGrp="1"/>
          </p:cNvSpPr>
          <p:nvPr>
            <p:ph type="title"/>
          </p:nvPr>
        </p:nvSpPr>
        <p:spPr/>
        <p:txBody>
          <a:bodyPr/>
          <a:lstStyle/>
          <a:p>
            <a:endParaRPr lang="es-CO"/>
          </a:p>
        </p:txBody>
      </p:sp>
      <p:sp>
        <p:nvSpPr>
          <p:cNvPr id="4" name="Rectangle 6">
            <a:extLst>
              <a:ext uri="{FF2B5EF4-FFF2-40B4-BE49-F238E27FC236}">
                <a16:creationId xmlns:a16="http://schemas.microsoft.com/office/drawing/2014/main" id="{370D274F-3613-0E6E-457C-B9FDE3A107F8}"/>
              </a:ext>
            </a:extLst>
          </p:cNvPr>
          <p:cNvSpPr/>
          <p:nvPr/>
        </p:nvSpPr>
        <p:spPr>
          <a:xfrm>
            <a:off x="1100946" y="2182682"/>
            <a:ext cx="3144981" cy="1662545"/>
          </a:xfrm>
          <a:prstGeom prst="rect">
            <a:avLst/>
          </a:prstGeom>
          <a:solidFill>
            <a:srgbClr val="000000">
              <a:alpha val="20000"/>
            </a:srgbClr>
          </a:solidFill>
          <a:ln w="28575">
            <a:solidFill>
              <a:srgbClr val="A0CE3A">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5" name="TextBox 7">
            <a:extLst>
              <a:ext uri="{FF2B5EF4-FFF2-40B4-BE49-F238E27FC236}">
                <a16:creationId xmlns:a16="http://schemas.microsoft.com/office/drawing/2014/main" id="{A4145023-7777-0586-7348-0E88B85C867C}"/>
              </a:ext>
            </a:extLst>
          </p:cNvPr>
          <p:cNvSpPr txBox="1"/>
          <p:nvPr/>
        </p:nvSpPr>
        <p:spPr>
          <a:xfrm>
            <a:off x="1368121" y="2717524"/>
            <a:ext cx="432000" cy="369332"/>
          </a:xfrm>
          <a:prstGeom prst="rect">
            <a:avLst/>
          </a:prstGeom>
          <a:noFill/>
        </p:spPr>
        <p:txBody>
          <a:bodyPr wrap="square" rtlCol="0">
            <a:spAutoFit/>
          </a:bodyPr>
          <a:lstStyle/>
          <a:p>
            <a:r>
              <a:rPr lang="en-US" dirty="0">
                <a:solidFill>
                  <a:srgbClr val="A0CE3A"/>
                </a:solidFill>
                <a:latin typeface="Impact" panose="020B0806030902050204" pitchFamily="34" charset="0"/>
                <a:cs typeface="Poppins" panose="00000500000000000000" pitchFamily="2" charset="0"/>
              </a:rPr>
              <a:t>01</a:t>
            </a:r>
            <a:endParaRPr lang="en-ID" dirty="0">
              <a:solidFill>
                <a:srgbClr val="A0CE3A"/>
              </a:solidFill>
              <a:latin typeface="Impact" panose="020B0806030902050204" pitchFamily="34" charset="0"/>
              <a:cs typeface="Poppins" panose="00000500000000000000" pitchFamily="2" charset="0"/>
            </a:endParaRPr>
          </a:p>
        </p:txBody>
      </p:sp>
      <p:sp>
        <p:nvSpPr>
          <p:cNvPr id="6" name="TextBox 8">
            <a:extLst>
              <a:ext uri="{FF2B5EF4-FFF2-40B4-BE49-F238E27FC236}">
                <a16:creationId xmlns:a16="http://schemas.microsoft.com/office/drawing/2014/main" id="{BE6E7EF8-9EF4-8E01-63D3-98B4D06DE1B3}"/>
              </a:ext>
            </a:extLst>
          </p:cNvPr>
          <p:cNvSpPr txBox="1"/>
          <p:nvPr/>
        </p:nvSpPr>
        <p:spPr>
          <a:xfrm>
            <a:off x="1368121" y="3005435"/>
            <a:ext cx="1973943" cy="369332"/>
          </a:xfrm>
          <a:prstGeom prst="rect">
            <a:avLst/>
          </a:prstGeom>
          <a:noFill/>
        </p:spPr>
        <p:txBody>
          <a:bodyPr wrap="square" rtlCol="0">
            <a:spAutoFit/>
          </a:bodyPr>
          <a:lstStyle/>
          <a:p>
            <a:r>
              <a:rPr lang="en-US" b="1" dirty="0">
                <a:solidFill>
                  <a:schemeClr val="bg1"/>
                </a:solidFill>
                <a:latin typeface="Impact" panose="020B0806030902050204" pitchFamily="34" charset="0"/>
                <a:cs typeface="Poppins" panose="00000500000000000000" pitchFamily="2" charset="0"/>
              </a:rPr>
              <a:t>TÍTULO 1</a:t>
            </a:r>
            <a:endParaRPr lang="en-ID" b="1" dirty="0">
              <a:solidFill>
                <a:schemeClr val="bg1"/>
              </a:solidFill>
              <a:latin typeface="Impact" panose="020B0806030902050204" pitchFamily="34" charset="0"/>
              <a:cs typeface="Poppins" panose="00000500000000000000" pitchFamily="2" charset="0"/>
            </a:endParaRPr>
          </a:p>
        </p:txBody>
      </p:sp>
      <p:sp>
        <p:nvSpPr>
          <p:cNvPr id="7" name="TextBox 9">
            <a:extLst>
              <a:ext uri="{FF2B5EF4-FFF2-40B4-BE49-F238E27FC236}">
                <a16:creationId xmlns:a16="http://schemas.microsoft.com/office/drawing/2014/main" id="{3CB712DB-B600-697B-461D-7E740A688E5C}"/>
              </a:ext>
            </a:extLst>
          </p:cNvPr>
          <p:cNvSpPr txBox="1"/>
          <p:nvPr/>
        </p:nvSpPr>
        <p:spPr>
          <a:xfrm>
            <a:off x="1368122" y="3283975"/>
            <a:ext cx="2664246" cy="382028"/>
          </a:xfrm>
          <a:prstGeom prst="rect">
            <a:avLst/>
          </a:prstGeom>
          <a:noFill/>
        </p:spPr>
        <p:txBody>
          <a:bodyPr wrap="square" rtlCol="0">
            <a:spAutoFit/>
          </a:bodyPr>
          <a:lstStyle/>
          <a:p>
            <a:pPr>
              <a:lnSpc>
                <a:spcPct val="150000"/>
              </a:lnSpc>
            </a:pPr>
            <a:r>
              <a:rPr lang="en-ID" sz="1400" dirty="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Lorem ipsum </a:t>
            </a:r>
            <a:r>
              <a:rPr lang="en-ID" sz="1400" dirty="0" err="1">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dolor</a:t>
            </a:r>
            <a:r>
              <a:rPr lang="en-ID" sz="1400" dirty="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 sit </a:t>
            </a:r>
            <a:r>
              <a:rPr lang="en-ID" sz="1400" dirty="0" err="1">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amet</a:t>
            </a:r>
            <a:r>
              <a:rPr lang="en-ID" sz="1400" dirty="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 </a:t>
            </a:r>
            <a:r>
              <a:rPr lang="en-ID" sz="1400" dirty="0" err="1">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conse</a:t>
            </a:r>
            <a:endParaRPr lang="en-ID" sz="1400" dirty="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endParaRPr>
          </a:p>
        </p:txBody>
      </p:sp>
      <p:grpSp>
        <p:nvGrpSpPr>
          <p:cNvPr id="8" name="Graphic 49" descr="Game controller outline">
            <a:extLst>
              <a:ext uri="{FF2B5EF4-FFF2-40B4-BE49-F238E27FC236}">
                <a16:creationId xmlns:a16="http://schemas.microsoft.com/office/drawing/2014/main" id="{553F3840-E3FE-1208-F5CE-425D9C262C9C}"/>
              </a:ext>
            </a:extLst>
          </p:cNvPr>
          <p:cNvGrpSpPr/>
          <p:nvPr/>
        </p:nvGrpSpPr>
        <p:grpSpPr>
          <a:xfrm>
            <a:off x="3611041" y="2370291"/>
            <a:ext cx="379014" cy="252000"/>
            <a:chOff x="16702424" y="1047728"/>
            <a:chExt cx="568521" cy="378000"/>
          </a:xfrm>
          <a:solidFill>
            <a:schemeClr val="bg1"/>
          </a:solidFill>
        </p:grpSpPr>
        <p:sp>
          <p:nvSpPr>
            <p:cNvPr id="9" name="Freeform: Shape 11">
              <a:extLst>
                <a:ext uri="{FF2B5EF4-FFF2-40B4-BE49-F238E27FC236}">
                  <a16:creationId xmlns:a16="http://schemas.microsoft.com/office/drawing/2014/main" id="{334FC097-A3F8-71BD-25FA-AA19E73CEF8D}"/>
                </a:ext>
              </a:extLst>
            </p:cNvPr>
            <p:cNvSpPr/>
            <p:nvPr/>
          </p:nvSpPr>
          <p:spPr>
            <a:xfrm>
              <a:off x="16702424" y="1047728"/>
              <a:ext cx="568521" cy="378000"/>
            </a:xfrm>
            <a:custGeom>
              <a:avLst/>
              <a:gdLst>
                <a:gd name="connsiteX0" fmla="*/ 439511 w 568521"/>
                <a:gd name="connsiteY0" fmla="*/ 13500 h 378000"/>
                <a:gd name="connsiteX1" fmla="*/ 513680 w 568521"/>
                <a:gd name="connsiteY1" fmla="*/ 110059 h 378000"/>
                <a:gd name="connsiteX2" fmla="*/ 555017 w 568521"/>
                <a:gd name="connsiteY2" fmla="*/ 293261 h 378000"/>
                <a:gd name="connsiteX3" fmla="*/ 520511 w 568521"/>
                <a:gd name="connsiteY3" fmla="*/ 364500 h 378000"/>
                <a:gd name="connsiteX4" fmla="*/ 446828 w 568521"/>
                <a:gd name="connsiteY4" fmla="*/ 330176 h 378000"/>
                <a:gd name="connsiteX5" fmla="*/ 284261 w 568521"/>
                <a:gd name="connsiteY5" fmla="*/ 270000 h 378000"/>
                <a:gd name="connsiteX6" fmla="*/ 121694 w 568521"/>
                <a:gd name="connsiteY6" fmla="*/ 330176 h 378000"/>
                <a:gd name="connsiteX7" fmla="*/ 48011 w 568521"/>
                <a:gd name="connsiteY7" fmla="*/ 364500 h 378000"/>
                <a:gd name="connsiteX8" fmla="*/ 23137 w 568521"/>
                <a:gd name="connsiteY8" fmla="*/ 347935 h 378000"/>
                <a:gd name="connsiteX9" fmla="*/ 13498 w 568521"/>
                <a:gd name="connsiteY9" fmla="*/ 293261 h 378000"/>
                <a:gd name="connsiteX10" fmla="*/ 54835 w 568521"/>
                <a:gd name="connsiteY10" fmla="*/ 110059 h 378000"/>
                <a:gd name="connsiteX11" fmla="*/ 129011 w 568521"/>
                <a:gd name="connsiteY11" fmla="*/ 13500 h 378000"/>
                <a:gd name="connsiteX12" fmla="*/ 181074 w 568521"/>
                <a:gd name="connsiteY12" fmla="*/ 28350 h 378000"/>
                <a:gd name="connsiteX13" fmla="*/ 284261 w 568521"/>
                <a:gd name="connsiteY13" fmla="*/ 54000 h 378000"/>
                <a:gd name="connsiteX14" fmla="*/ 387448 w 568521"/>
                <a:gd name="connsiteY14" fmla="*/ 28350 h 378000"/>
                <a:gd name="connsiteX15" fmla="*/ 439511 w 568521"/>
                <a:gd name="connsiteY15" fmla="*/ 13500 h 378000"/>
                <a:gd name="connsiteX16" fmla="*/ 439511 w 568521"/>
                <a:gd name="connsiteY16" fmla="*/ 0 h 378000"/>
                <a:gd name="connsiteX17" fmla="*/ 284261 w 568521"/>
                <a:gd name="connsiteY17" fmla="*/ 40500 h 378000"/>
                <a:gd name="connsiteX18" fmla="*/ 129011 w 568521"/>
                <a:gd name="connsiteY18" fmla="*/ 0 h 378000"/>
                <a:gd name="connsiteX19" fmla="*/ 48011 w 568521"/>
                <a:gd name="connsiteY19" fmla="*/ 378000 h 378000"/>
                <a:gd name="connsiteX20" fmla="*/ 284261 w 568521"/>
                <a:gd name="connsiteY20" fmla="*/ 283500 h 378000"/>
                <a:gd name="connsiteX21" fmla="*/ 520511 w 568521"/>
                <a:gd name="connsiteY21" fmla="*/ 378000 h 378000"/>
                <a:gd name="connsiteX22" fmla="*/ 439511 w 568521"/>
                <a:gd name="connsiteY22" fmla="*/ 0 h 3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8521" h="378000">
                  <a:moveTo>
                    <a:pt x="439511" y="13500"/>
                  </a:moveTo>
                  <a:cubicBezTo>
                    <a:pt x="455036" y="13500"/>
                    <a:pt x="483825" y="38786"/>
                    <a:pt x="513680" y="110059"/>
                  </a:cubicBezTo>
                  <a:cubicBezTo>
                    <a:pt x="538797" y="169992"/>
                    <a:pt x="555017" y="241907"/>
                    <a:pt x="555017" y="293261"/>
                  </a:cubicBezTo>
                  <a:cubicBezTo>
                    <a:pt x="555017" y="325755"/>
                    <a:pt x="549030" y="364500"/>
                    <a:pt x="520511" y="364500"/>
                  </a:cubicBezTo>
                  <a:cubicBezTo>
                    <a:pt x="481037" y="364500"/>
                    <a:pt x="466686" y="350102"/>
                    <a:pt x="446828" y="330176"/>
                  </a:cubicBezTo>
                  <a:cubicBezTo>
                    <a:pt x="420111" y="303365"/>
                    <a:pt x="386861" y="270000"/>
                    <a:pt x="284261" y="270000"/>
                  </a:cubicBezTo>
                  <a:cubicBezTo>
                    <a:pt x="181661" y="270000"/>
                    <a:pt x="148410" y="303365"/>
                    <a:pt x="121694" y="330176"/>
                  </a:cubicBezTo>
                  <a:cubicBezTo>
                    <a:pt x="101829" y="350102"/>
                    <a:pt x="87485" y="364500"/>
                    <a:pt x="48011" y="364500"/>
                  </a:cubicBezTo>
                  <a:cubicBezTo>
                    <a:pt x="37085" y="364676"/>
                    <a:pt x="27187" y="358084"/>
                    <a:pt x="23137" y="347935"/>
                  </a:cubicBezTo>
                  <a:cubicBezTo>
                    <a:pt x="15880" y="330660"/>
                    <a:pt x="12586" y="311977"/>
                    <a:pt x="13498" y="293261"/>
                  </a:cubicBezTo>
                  <a:cubicBezTo>
                    <a:pt x="13498" y="241907"/>
                    <a:pt x="29698" y="169992"/>
                    <a:pt x="54835" y="110059"/>
                  </a:cubicBezTo>
                  <a:cubicBezTo>
                    <a:pt x="84690" y="38786"/>
                    <a:pt x="113486" y="13500"/>
                    <a:pt x="129011" y="13500"/>
                  </a:cubicBezTo>
                  <a:cubicBezTo>
                    <a:pt x="160736" y="13500"/>
                    <a:pt x="169693" y="20041"/>
                    <a:pt x="181074" y="28350"/>
                  </a:cubicBezTo>
                  <a:cubicBezTo>
                    <a:pt x="197618" y="40358"/>
                    <a:pt x="216363" y="54000"/>
                    <a:pt x="284261" y="54000"/>
                  </a:cubicBezTo>
                  <a:cubicBezTo>
                    <a:pt x="352159" y="54000"/>
                    <a:pt x="370904" y="40358"/>
                    <a:pt x="387448" y="28350"/>
                  </a:cubicBezTo>
                  <a:cubicBezTo>
                    <a:pt x="398829" y="20041"/>
                    <a:pt x="407786" y="13500"/>
                    <a:pt x="439511" y="13500"/>
                  </a:cubicBezTo>
                  <a:moveTo>
                    <a:pt x="439511" y="0"/>
                  </a:moveTo>
                  <a:cubicBezTo>
                    <a:pt x="359861" y="0"/>
                    <a:pt x="400361" y="40500"/>
                    <a:pt x="284261" y="40500"/>
                  </a:cubicBezTo>
                  <a:cubicBezTo>
                    <a:pt x="168161" y="40500"/>
                    <a:pt x="208661" y="0"/>
                    <a:pt x="129011" y="0"/>
                  </a:cubicBezTo>
                  <a:cubicBezTo>
                    <a:pt x="43961" y="0"/>
                    <a:pt x="-64039" y="378000"/>
                    <a:pt x="48011" y="378000"/>
                  </a:cubicBezTo>
                  <a:cubicBezTo>
                    <a:pt x="151286" y="378000"/>
                    <a:pt x="112136" y="283500"/>
                    <a:pt x="284261" y="283500"/>
                  </a:cubicBezTo>
                  <a:cubicBezTo>
                    <a:pt x="456386" y="283500"/>
                    <a:pt x="417236" y="378000"/>
                    <a:pt x="520511" y="378000"/>
                  </a:cubicBezTo>
                  <a:cubicBezTo>
                    <a:pt x="632561" y="378000"/>
                    <a:pt x="524561" y="0"/>
                    <a:pt x="439511" y="0"/>
                  </a:cubicBezTo>
                  <a:close/>
                </a:path>
              </a:pathLst>
            </a:custGeom>
            <a:grpFill/>
            <a:ln w="6747" cap="flat">
              <a:noFill/>
              <a:prstDash val="solid"/>
              <a:miter/>
            </a:ln>
          </p:spPr>
          <p:txBody>
            <a:bodyPr rtlCol="0" anchor="ctr"/>
            <a:lstStyle/>
            <a:p>
              <a:endParaRPr lang="en-ID" sz="1200"/>
            </a:p>
          </p:txBody>
        </p:sp>
        <p:sp>
          <p:nvSpPr>
            <p:cNvPr id="10" name="Freeform: Shape 12">
              <a:extLst>
                <a:ext uri="{FF2B5EF4-FFF2-40B4-BE49-F238E27FC236}">
                  <a16:creationId xmlns:a16="http://schemas.microsoft.com/office/drawing/2014/main" id="{09DCC2AC-47AA-48B3-A879-7AB5ACF0AD38}"/>
                </a:ext>
              </a:extLst>
            </p:cNvPr>
            <p:cNvSpPr/>
            <p:nvPr/>
          </p:nvSpPr>
          <p:spPr>
            <a:xfrm>
              <a:off x="17135185" y="1196228"/>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grpFill/>
            <a:ln w="6747" cap="flat">
              <a:noFill/>
              <a:prstDash val="solid"/>
              <a:miter/>
            </a:ln>
          </p:spPr>
          <p:txBody>
            <a:bodyPr rtlCol="0" anchor="ctr"/>
            <a:lstStyle/>
            <a:p>
              <a:endParaRPr lang="en-ID" sz="1200"/>
            </a:p>
          </p:txBody>
        </p:sp>
        <p:sp>
          <p:nvSpPr>
            <p:cNvPr id="11" name="Freeform: Shape 13">
              <a:extLst>
                <a:ext uri="{FF2B5EF4-FFF2-40B4-BE49-F238E27FC236}">
                  <a16:creationId xmlns:a16="http://schemas.microsoft.com/office/drawing/2014/main" id="{E158CAD6-9F9E-BF25-A814-CA569C94E2D3}"/>
                </a:ext>
              </a:extLst>
            </p:cNvPr>
            <p:cNvSpPr/>
            <p:nvPr/>
          </p:nvSpPr>
          <p:spPr>
            <a:xfrm>
              <a:off x="17094685" y="1236728"/>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grpFill/>
            <a:ln w="6747" cap="flat">
              <a:noFill/>
              <a:prstDash val="solid"/>
              <a:miter/>
            </a:ln>
          </p:spPr>
          <p:txBody>
            <a:bodyPr rtlCol="0" anchor="ctr"/>
            <a:lstStyle/>
            <a:p>
              <a:endParaRPr lang="en-ID" sz="1200"/>
            </a:p>
          </p:txBody>
        </p:sp>
        <p:sp>
          <p:nvSpPr>
            <p:cNvPr id="12" name="Freeform: Shape 14">
              <a:extLst>
                <a:ext uri="{FF2B5EF4-FFF2-40B4-BE49-F238E27FC236}">
                  <a16:creationId xmlns:a16="http://schemas.microsoft.com/office/drawing/2014/main" id="{63D12318-2C40-E27E-DEAF-0F43F7264FAB}"/>
                </a:ext>
              </a:extLst>
            </p:cNvPr>
            <p:cNvSpPr/>
            <p:nvPr/>
          </p:nvSpPr>
          <p:spPr>
            <a:xfrm>
              <a:off x="17054185" y="1196228"/>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grpFill/>
            <a:ln w="6747" cap="flat">
              <a:noFill/>
              <a:prstDash val="solid"/>
              <a:miter/>
            </a:ln>
          </p:spPr>
          <p:txBody>
            <a:bodyPr rtlCol="0" anchor="ctr"/>
            <a:lstStyle/>
            <a:p>
              <a:endParaRPr lang="en-ID" sz="1200"/>
            </a:p>
          </p:txBody>
        </p:sp>
        <p:sp>
          <p:nvSpPr>
            <p:cNvPr id="13" name="Freeform: Shape 15">
              <a:extLst>
                <a:ext uri="{FF2B5EF4-FFF2-40B4-BE49-F238E27FC236}">
                  <a16:creationId xmlns:a16="http://schemas.microsoft.com/office/drawing/2014/main" id="{B9F563D5-3659-D469-CE1A-FF5CDDFC535A}"/>
                </a:ext>
              </a:extLst>
            </p:cNvPr>
            <p:cNvSpPr/>
            <p:nvPr/>
          </p:nvSpPr>
          <p:spPr>
            <a:xfrm>
              <a:off x="17094685" y="1155728"/>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grpFill/>
            <a:ln w="6747" cap="flat">
              <a:noFill/>
              <a:prstDash val="solid"/>
              <a:miter/>
            </a:ln>
          </p:spPr>
          <p:txBody>
            <a:bodyPr rtlCol="0" anchor="ctr"/>
            <a:lstStyle/>
            <a:p>
              <a:endParaRPr lang="en-ID" sz="1200"/>
            </a:p>
          </p:txBody>
        </p:sp>
        <p:sp>
          <p:nvSpPr>
            <p:cNvPr id="14" name="Freeform: Shape 16">
              <a:extLst>
                <a:ext uri="{FF2B5EF4-FFF2-40B4-BE49-F238E27FC236}">
                  <a16:creationId xmlns:a16="http://schemas.microsoft.com/office/drawing/2014/main" id="{FF39CFC5-FF0C-55C6-F6C2-61350CCE6B7A}"/>
                </a:ext>
              </a:extLst>
            </p:cNvPr>
            <p:cNvSpPr/>
            <p:nvPr/>
          </p:nvSpPr>
          <p:spPr>
            <a:xfrm>
              <a:off x="16811185" y="1155728"/>
              <a:ext cx="108000" cy="108000"/>
            </a:xfrm>
            <a:custGeom>
              <a:avLst/>
              <a:gdLst>
                <a:gd name="connsiteX0" fmla="*/ 101250 w 108000"/>
                <a:gd name="connsiteY0" fmla="*/ 47250 h 108000"/>
                <a:gd name="connsiteX1" fmla="*/ 60750 w 108000"/>
                <a:gd name="connsiteY1" fmla="*/ 47250 h 108000"/>
                <a:gd name="connsiteX2" fmla="*/ 60750 w 108000"/>
                <a:gd name="connsiteY2" fmla="*/ 6750 h 108000"/>
                <a:gd name="connsiteX3" fmla="*/ 54000 w 108000"/>
                <a:gd name="connsiteY3" fmla="*/ 0 h 108000"/>
                <a:gd name="connsiteX4" fmla="*/ 47250 w 108000"/>
                <a:gd name="connsiteY4" fmla="*/ 6750 h 108000"/>
                <a:gd name="connsiteX5" fmla="*/ 47250 w 108000"/>
                <a:gd name="connsiteY5" fmla="*/ 47250 h 108000"/>
                <a:gd name="connsiteX6" fmla="*/ 6750 w 108000"/>
                <a:gd name="connsiteY6" fmla="*/ 47250 h 108000"/>
                <a:gd name="connsiteX7" fmla="*/ 0 w 108000"/>
                <a:gd name="connsiteY7" fmla="*/ 54000 h 108000"/>
                <a:gd name="connsiteX8" fmla="*/ 6750 w 108000"/>
                <a:gd name="connsiteY8" fmla="*/ 60750 h 108000"/>
                <a:gd name="connsiteX9" fmla="*/ 47250 w 108000"/>
                <a:gd name="connsiteY9" fmla="*/ 60750 h 108000"/>
                <a:gd name="connsiteX10" fmla="*/ 47250 w 108000"/>
                <a:gd name="connsiteY10" fmla="*/ 101250 h 108000"/>
                <a:gd name="connsiteX11" fmla="*/ 54000 w 108000"/>
                <a:gd name="connsiteY11" fmla="*/ 108000 h 108000"/>
                <a:gd name="connsiteX12" fmla="*/ 60750 w 108000"/>
                <a:gd name="connsiteY12" fmla="*/ 101250 h 108000"/>
                <a:gd name="connsiteX13" fmla="*/ 60750 w 108000"/>
                <a:gd name="connsiteY13" fmla="*/ 60750 h 108000"/>
                <a:gd name="connsiteX14" fmla="*/ 101250 w 108000"/>
                <a:gd name="connsiteY14" fmla="*/ 60750 h 108000"/>
                <a:gd name="connsiteX15" fmla="*/ 108000 w 108000"/>
                <a:gd name="connsiteY15" fmla="*/ 54000 h 108000"/>
                <a:gd name="connsiteX16" fmla="*/ 101250 w 108000"/>
                <a:gd name="connsiteY16" fmla="*/ 4725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8000" h="108000">
                  <a:moveTo>
                    <a:pt x="101250" y="47250"/>
                  </a:moveTo>
                  <a:lnTo>
                    <a:pt x="60750" y="47250"/>
                  </a:lnTo>
                  <a:lnTo>
                    <a:pt x="60750" y="6750"/>
                  </a:lnTo>
                  <a:cubicBezTo>
                    <a:pt x="60750" y="3022"/>
                    <a:pt x="57728" y="0"/>
                    <a:pt x="54000" y="0"/>
                  </a:cubicBezTo>
                  <a:cubicBezTo>
                    <a:pt x="50272" y="0"/>
                    <a:pt x="47250" y="3022"/>
                    <a:pt x="47250" y="6750"/>
                  </a:cubicBezTo>
                  <a:lnTo>
                    <a:pt x="47250" y="47250"/>
                  </a:lnTo>
                  <a:lnTo>
                    <a:pt x="6750" y="47250"/>
                  </a:lnTo>
                  <a:cubicBezTo>
                    <a:pt x="3022" y="47250"/>
                    <a:pt x="0" y="50272"/>
                    <a:pt x="0" y="54000"/>
                  </a:cubicBezTo>
                  <a:cubicBezTo>
                    <a:pt x="0" y="57728"/>
                    <a:pt x="3022" y="60750"/>
                    <a:pt x="6750" y="60750"/>
                  </a:cubicBezTo>
                  <a:lnTo>
                    <a:pt x="47250" y="60750"/>
                  </a:lnTo>
                  <a:lnTo>
                    <a:pt x="47250" y="101250"/>
                  </a:lnTo>
                  <a:cubicBezTo>
                    <a:pt x="47250" y="104978"/>
                    <a:pt x="50272" y="108000"/>
                    <a:pt x="54000" y="108000"/>
                  </a:cubicBezTo>
                  <a:cubicBezTo>
                    <a:pt x="57728" y="108000"/>
                    <a:pt x="60750" y="104978"/>
                    <a:pt x="60750" y="101250"/>
                  </a:cubicBezTo>
                  <a:lnTo>
                    <a:pt x="60750" y="60750"/>
                  </a:lnTo>
                  <a:lnTo>
                    <a:pt x="101250" y="60750"/>
                  </a:lnTo>
                  <a:cubicBezTo>
                    <a:pt x="104978" y="60750"/>
                    <a:pt x="108000" y="57728"/>
                    <a:pt x="108000" y="54000"/>
                  </a:cubicBezTo>
                  <a:cubicBezTo>
                    <a:pt x="108000" y="50272"/>
                    <a:pt x="104978" y="47250"/>
                    <a:pt x="101250" y="47250"/>
                  </a:cubicBezTo>
                  <a:close/>
                </a:path>
              </a:pathLst>
            </a:custGeom>
            <a:grpFill/>
            <a:ln w="6747" cap="flat">
              <a:noFill/>
              <a:prstDash val="solid"/>
              <a:miter/>
            </a:ln>
          </p:spPr>
          <p:txBody>
            <a:bodyPr rtlCol="0" anchor="ctr"/>
            <a:lstStyle/>
            <a:p>
              <a:endParaRPr lang="en-ID" sz="1200"/>
            </a:p>
          </p:txBody>
        </p:sp>
      </p:grpSp>
      <p:sp>
        <p:nvSpPr>
          <p:cNvPr id="15" name="Rectangle 17">
            <a:extLst>
              <a:ext uri="{FF2B5EF4-FFF2-40B4-BE49-F238E27FC236}">
                <a16:creationId xmlns:a16="http://schemas.microsoft.com/office/drawing/2014/main" id="{7C3E0968-13E8-E9F9-658B-1E6853D94007}"/>
              </a:ext>
            </a:extLst>
          </p:cNvPr>
          <p:cNvSpPr/>
          <p:nvPr/>
        </p:nvSpPr>
        <p:spPr>
          <a:xfrm>
            <a:off x="4478018" y="2182682"/>
            <a:ext cx="3144981" cy="1662545"/>
          </a:xfrm>
          <a:prstGeom prst="rect">
            <a:avLst/>
          </a:prstGeom>
          <a:solidFill>
            <a:srgbClr val="000000">
              <a:alpha val="20000"/>
            </a:srgbClr>
          </a:solidFill>
          <a:ln w="28575">
            <a:solidFill>
              <a:srgbClr val="A0CE3A">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16" name="TextBox 18">
            <a:extLst>
              <a:ext uri="{FF2B5EF4-FFF2-40B4-BE49-F238E27FC236}">
                <a16:creationId xmlns:a16="http://schemas.microsoft.com/office/drawing/2014/main" id="{F3907305-54D8-D056-9473-5677564B6BAE}"/>
              </a:ext>
            </a:extLst>
          </p:cNvPr>
          <p:cNvSpPr txBox="1"/>
          <p:nvPr/>
        </p:nvSpPr>
        <p:spPr>
          <a:xfrm>
            <a:off x="4745193" y="2717524"/>
            <a:ext cx="432000" cy="369332"/>
          </a:xfrm>
          <a:prstGeom prst="rect">
            <a:avLst/>
          </a:prstGeom>
          <a:noFill/>
        </p:spPr>
        <p:txBody>
          <a:bodyPr wrap="square" rtlCol="0">
            <a:spAutoFit/>
          </a:bodyPr>
          <a:lstStyle/>
          <a:p>
            <a:r>
              <a:rPr lang="en-US" dirty="0">
                <a:solidFill>
                  <a:srgbClr val="A0CE3A"/>
                </a:solidFill>
                <a:latin typeface="Impact" panose="020B0806030902050204" pitchFamily="34" charset="0"/>
                <a:cs typeface="Poppins" panose="00000500000000000000" pitchFamily="2" charset="0"/>
              </a:rPr>
              <a:t>02</a:t>
            </a:r>
            <a:endParaRPr lang="en-ID" dirty="0">
              <a:solidFill>
                <a:srgbClr val="A0CE3A"/>
              </a:solidFill>
              <a:latin typeface="Impact" panose="020B0806030902050204" pitchFamily="34" charset="0"/>
              <a:cs typeface="Poppins" panose="00000500000000000000" pitchFamily="2" charset="0"/>
            </a:endParaRPr>
          </a:p>
        </p:txBody>
      </p:sp>
      <p:sp>
        <p:nvSpPr>
          <p:cNvPr id="17" name="TextBox 19">
            <a:extLst>
              <a:ext uri="{FF2B5EF4-FFF2-40B4-BE49-F238E27FC236}">
                <a16:creationId xmlns:a16="http://schemas.microsoft.com/office/drawing/2014/main" id="{D50B3160-403A-99EB-50DD-84CD8402860F}"/>
              </a:ext>
            </a:extLst>
          </p:cNvPr>
          <p:cNvSpPr txBox="1"/>
          <p:nvPr/>
        </p:nvSpPr>
        <p:spPr>
          <a:xfrm>
            <a:off x="4745193" y="3005435"/>
            <a:ext cx="1973943" cy="369332"/>
          </a:xfrm>
          <a:prstGeom prst="rect">
            <a:avLst/>
          </a:prstGeom>
          <a:noFill/>
        </p:spPr>
        <p:txBody>
          <a:bodyPr wrap="square" rtlCol="0">
            <a:spAutoFit/>
          </a:bodyPr>
          <a:lstStyle/>
          <a:p>
            <a:r>
              <a:rPr lang="en-US" b="1" dirty="0">
                <a:solidFill>
                  <a:schemeClr val="bg1"/>
                </a:solidFill>
                <a:latin typeface="Impact" panose="020B0806030902050204" pitchFamily="34" charset="0"/>
                <a:cs typeface="Poppins" panose="00000500000000000000" pitchFamily="2" charset="0"/>
              </a:rPr>
              <a:t>TÍTULO 2</a:t>
            </a:r>
            <a:endParaRPr lang="en-ID" b="1" dirty="0">
              <a:solidFill>
                <a:schemeClr val="bg1"/>
              </a:solidFill>
              <a:latin typeface="Impact" panose="020B0806030902050204" pitchFamily="34" charset="0"/>
              <a:cs typeface="Poppins" panose="00000500000000000000" pitchFamily="2" charset="0"/>
            </a:endParaRPr>
          </a:p>
        </p:txBody>
      </p:sp>
      <p:sp>
        <p:nvSpPr>
          <p:cNvPr id="18" name="TextBox 20">
            <a:extLst>
              <a:ext uri="{FF2B5EF4-FFF2-40B4-BE49-F238E27FC236}">
                <a16:creationId xmlns:a16="http://schemas.microsoft.com/office/drawing/2014/main" id="{464B3134-37DB-5331-3D62-18F1591EC675}"/>
              </a:ext>
            </a:extLst>
          </p:cNvPr>
          <p:cNvSpPr txBox="1"/>
          <p:nvPr/>
        </p:nvSpPr>
        <p:spPr>
          <a:xfrm>
            <a:off x="4745194" y="3283975"/>
            <a:ext cx="2664246" cy="382028"/>
          </a:xfrm>
          <a:prstGeom prst="rect">
            <a:avLst/>
          </a:prstGeom>
          <a:noFill/>
        </p:spPr>
        <p:txBody>
          <a:bodyPr wrap="square" rtlCol="0">
            <a:spAutoFit/>
          </a:bodyPr>
          <a:lstStyle/>
          <a:p>
            <a:pPr>
              <a:lnSpc>
                <a:spcPct val="150000"/>
              </a:lnSpc>
            </a:pPr>
            <a:r>
              <a:rPr lang="en-ID" sz="140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Lorem ipsum dolor sit amet conse</a:t>
            </a:r>
          </a:p>
        </p:txBody>
      </p:sp>
      <p:sp>
        <p:nvSpPr>
          <p:cNvPr id="19" name="Rectangle 28">
            <a:extLst>
              <a:ext uri="{FF2B5EF4-FFF2-40B4-BE49-F238E27FC236}">
                <a16:creationId xmlns:a16="http://schemas.microsoft.com/office/drawing/2014/main" id="{99A4229D-AC40-E186-4D91-143F9D6288DF}"/>
              </a:ext>
            </a:extLst>
          </p:cNvPr>
          <p:cNvSpPr/>
          <p:nvPr/>
        </p:nvSpPr>
        <p:spPr>
          <a:xfrm>
            <a:off x="7855090" y="2182682"/>
            <a:ext cx="3144981" cy="1662545"/>
          </a:xfrm>
          <a:prstGeom prst="rect">
            <a:avLst/>
          </a:prstGeom>
          <a:solidFill>
            <a:srgbClr val="000000">
              <a:alpha val="20000"/>
            </a:srgbClr>
          </a:solidFill>
          <a:ln w="28575">
            <a:solidFill>
              <a:srgbClr val="A0CE3A">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0" name="TextBox 29">
            <a:extLst>
              <a:ext uri="{FF2B5EF4-FFF2-40B4-BE49-F238E27FC236}">
                <a16:creationId xmlns:a16="http://schemas.microsoft.com/office/drawing/2014/main" id="{C4FD9E2D-8704-B30A-DA2F-AE78DF2998AA}"/>
              </a:ext>
            </a:extLst>
          </p:cNvPr>
          <p:cNvSpPr txBox="1"/>
          <p:nvPr/>
        </p:nvSpPr>
        <p:spPr>
          <a:xfrm>
            <a:off x="8122265" y="2717524"/>
            <a:ext cx="432000" cy="369332"/>
          </a:xfrm>
          <a:prstGeom prst="rect">
            <a:avLst/>
          </a:prstGeom>
          <a:noFill/>
        </p:spPr>
        <p:txBody>
          <a:bodyPr wrap="square" rtlCol="0">
            <a:spAutoFit/>
          </a:bodyPr>
          <a:lstStyle/>
          <a:p>
            <a:r>
              <a:rPr lang="en-US" dirty="0">
                <a:solidFill>
                  <a:srgbClr val="A0CE3A"/>
                </a:solidFill>
                <a:latin typeface="Impact" panose="020B0806030902050204" pitchFamily="34" charset="0"/>
                <a:cs typeface="Poppins" panose="00000500000000000000" pitchFamily="2" charset="0"/>
              </a:rPr>
              <a:t>03</a:t>
            </a:r>
            <a:endParaRPr lang="en-ID" dirty="0">
              <a:solidFill>
                <a:srgbClr val="A0CE3A"/>
              </a:solidFill>
              <a:latin typeface="Impact" panose="020B0806030902050204" pitchFamily="34" charset="0"/>
              <a:cs typeface="Poppins" panose="00000500000000000000" pitchFamily="2" charset="0"/>
            </a:endParaRPr>
          </a:p>
        </p:txBody>
      </p:sp>
      <p:sp>
        <p:nvSpPr>
          <p:cNvPr id="21" name="TextBox 30">
            <a:extLst>
              <a:ext uri="{FF2B5EF4-FFF2-40B4-BE49-F238E27FC236}">
                <a16:creationId xmlns:a16="http://schemas.microsoft.com/office/drawing/2014/main" id="{C44FB418-7EA3-AAEA-3AD5-51FB961D4ACD}"/>
              </a:ext>
            </a:extLst>
          </p:cNvPr>
          <p:cNvSpPr txBox="1"/>
          <p:nvPr/>
        </p:nvSpPr>
        <p:spPr>
          <a:xfrm>
            <a:off x="8122265" y="3005435"/>
            <a:ext cx="1973943" cy="369332"/>
          </a:xfrm>
          <a:prstGeom prst="rect">
            <a:avLst/>
          </a:prstGeom>
          <a:noFill/>
        </p:spPr>
        <p:txBody>
          <a:bodyPr wrap="square" rtlCol="0">
            <a:spAutoFit/>
          </a:bodyPr>
          <a:lstStyle/>
          <a:p>
            <a:r>
              <a:rPr lang="en-US" b="1" dirty="0">
                <a:solidFill>
                  <a:schemeClr val="bg1"/>
                </a:solidFill>
                <a:latin typeface="Impact" panose="020B0806030902050204" pitchFamily="34" charset="0"/>
                <a:cs typeface="Poppins" panose="00000500000000000000" pitchFamily="2" charset="0"/>
              </a:rPr>
              <a:t>TÍTULO 3</a:t>
            </a:r>
            <a:endParaRPr lang="en-ID" b="1" dirty="0">
              <a:solidFill>
                <a:schemeClr val="bg1"/>
              </a:solidFill>
              <a:latin typeface="Impact" panose="020B0806030902050204" pitchFamily="34" charset="0"/>
              <a:cs typeface="Poppins" panose="00000500000000000000" pitchFamily="2" charset="0"/>
            </a:endParaRPr>
          </a:p>
        </p:txBody>
      </p:sp>
      <p:sp>
        <p:nvSpPr>
          <p:cNvPr id="22" name="TextBox 31">
            <a:extLst>
              <a:ext uri="{FF2B5EF4-FFF2-40B4-BE49-F238E27FC236}">
                <a16:creationId xmlns:a16="http://schemas.microsoft.com/office/drawing/2014/main" id="{5E2CF9C0-F35C-F9D4-CE87-9249372185FA}"/>
              </a:ext>
            </a:extLst>
          </p:cNvPr>
          <p:cNvSpPr txBox="1"/>
          <p:nvPr/>
        </p:nvSpPr>
        <p:spPr>
          <a:xfrm>
            <a:off x="8122266" y="3283975"/>
            <a:ext cx="2664246" cy="382028"/>
          </a:xfrm>
          <a:prstGeom prst="rect">
            <a:avLst/>
          </a:prstGeom>
          <a:noFill/>
        </p:spPr>
        <p:txBody>
          <a:bodyPr wrap="square" rtlCol="0">
            <a:spAutoFit/>
          </a:bodyPr>
          <a:lstStyle/>
          <a:p>
            <a:pPr>
              <a:lnSpc>
                <a:spcPct val="150000"/>
              </a:lnSpc>
            </a:pPr>
            <a:r>
              <a:rPr lang="en-ID" sz="140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Lorem ipsum dolor sit amet conse</a:t>
            </a:r>
          </a:p>
        </p:txBody>
      </p:sp>
      <p:sp>
        <p:nvSpPr>
          <p:cNvPr id="23" name="Rectangle 39">
            <a:extLst>
              <a:ext uri="{FF2B5EF4-FFF2-40B4-BE49-F238E27FC236}">
                <a16:creationId xmlns:a16="http://schemas.microsoft.com/office/drawing/2014/main" id="{A87E2143-46C4-E795-8F8A-041C18AD688A}"/>
              </a:ext>
            </a:extLst>
          </p:cNvPr>
          <p:cNvSpPr/>
          <p:nvPr/>
        </p:nvSpPr>
        <p:spPr>
          <a:xfrm>
            <a:off x="1100946" y="4038040"/>
            <a:ext cx="3144981" cy="1662545"/>
          </a:xfrm>
          <a:prstGeom prst="rect">
            <a:avLst/>
          </a:prstGeom>
          <a:solidFill>
            <a:srgbClr val="000000">
              <a:alpha val="20000"/>
            </a:srgbClr>
          </a:solidFill>
          <a:ln w="28575">
            <a:solidFill>
              <a:srgbClr val="A0CE3A">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4" name="TextBox 40">
            <a:extLst>
              <a:ext uri="{FF2B5EF4-FFF2-40B4-BE49-F238E27FC236}">
                <a16:creationId xmlns:a16="http://schemas.microsoft.com/office/drawing/2014/main" id="{DDB27917-935F-E762-1F7A-149085D3C779}"/>
              </a:ext>
            </a:extLst>
          </p:cNvPr>
          <p:cNvSpPr txBox="1"/>
          <p:nvPr/>
        </p:nvSpPr>
        <p:spPr>
          <a:xfrm>
            <a:off x="1368121" y="4558594"/>
            <a:ext cx="432000" cy="369332"/>
          </a:xfrm>
          <a:prstGeom prst="rect">
            <a:avLst/>
          </a:prstGeom>
          <a:noFill/>
        </p:spPr>
        <p:txBody>
          <a:bodyPr wrap="square" rtlCol="0">
            <a:spAutoFit/>
          </a:bodyPr>
          <a:lstStyle/>
          <a:p>
            <a:r>
              <a:rPr lang="en-US" dirty="0">
                <a:solidFill>
                  <a:srgbClr val="A0CE3A"/>
                </a:solidFill>
                <a:latin typeface="Impact" panose="020B0806030902050204" pitchFamily="34" charset="0"/>
                <a:cs typeface="Poppins" panose="00000500000000000000" pitchFamily="2" charset="0"/>
              </a:rPr>
              <a:t>04</a:t>
            </a:r>
            <a:endParaRPr lang="en-ID" dirty="0">
              <a:solidFill>
                <a:srgbClr val="A0CE3A"/>
              </a:solidFill>
              <a:latin typeface="Impact" panose="020B0806030902050204" pitchFamily="34" charset="0"/>
              <a:cs typeface="Poppins" panose="00000500000000000000" pitchFamily="2" charset="0"/>
            </a:endParaRPr>
          </a:p>
        </p:txBody>
      </p:sp>
      <p:sp>
        <p:nvSpPr>
          <p:cNvPr id="25" name="TextBox 41">
            <a:extLst>
              <a:ext uri="{FF2B5EF4-FFF2-40B4-BE49-F238E27FC236}">
                <a16:creationId xmlns:a16="http://schemas.microsoft.com/office/drawing/2014/main" id="{BD871837-3C34-4961-F013-7A1C5F2A328C}"/>
              </a:ext>
            </a:extLst>
          </p:cNvPr>
          <p:cNvSpPr txBox="1"/>
          <p:nvPr/>
        </p:nvSpPr>
        <p:spPr>
          <a:xfrm>
            <a:off x="1368121" y="4846505"/>
            <a:ext cx="1973943" cy="369332"/>
          </a:xfrm>
          <a:prstGeom prst="rect">
            <a:avLst/>
          </a:prstGeom>
          <a:noFill/>
        </p:spPr>
        <p:txBody>
          <a:bodyPr wrap="square" rtlCol="0">
            <a:spAutoFit/>
          </a:bodyPr>
          <a:lstStyle/>
          <a:p>
            <a:r>
              <a:rPr lang="en-US" b="1" dirty="0">
                <a:solidFill>
                  <a:schemeClr val="bg1"/>
                </a:solidFill>
                <a:latin typeface="Impact" panose="020B0806030902050204" pitchFamily="34" charset="0"/>
                <a:cs typeface="Poppins" panose="00000500000000000000" pitchFamily="2" charset="0"/>
              </a:rPr>
              <a:t>TÍTULO 4</a:t>
            </a:r>
            <a:endParaRPr lang="en-ID" b="1" dirty="0">
              <a:solidFill>
                <a:schemeClr val="bg1"/>
              </a:solidFill>
              <a:latin typeface="Impact" panose="020B0806030902050204" pitchFamily="34" charset="0"/>
              <a:cs typeface="Poppins" panose="00000500000000000000" pitchFamily="2" charset="0"/>
            </a:endParaRPr>
          </a:p>
        </p:txBody>
      </p:sp>
      <p:sp>
        <p:nvSpPr>
          <p:cNvPr id="26" name="TextBox 42">
            <a:extLst>
              <a:ext uri="{FF2B5EF4-FFF2-40B4-BE49-F238E27FC236}">
                <a16:creationId xmlns:a16="http://schemas.microsoft.com/office/drawing/2014/main" id="{649D27B9-616B-CAE8-33CF-1ECD4B2EB320}"/>
              </a:ext>
            </a:extLst>
          </p:cNvPr>
          <p:cNvSpPr txBox="1"/>
          <p:nvPr/>
        </p:nvSpPr>
        <p:spPr>
          <a:xfrm>
            <a:off x="1368122" y="5139333"/>
            <a:ext cx="2664246" cy="382028"/>
          </a:xfrm>
          <a:prstGeom prst="rect">
            <a:avLst/>
          </a:prstGeom>
          <a:noFill/>
        </p:spPr>
        <p:txBody>
          <a:bodyPr wrap="square" rtlCol="0">
            <a:spAutoFit/>
          </a:bodyPr>
          <a:lstStyle/>
          <a:p>
            <a:pPr>
              <a:lnSpc>
                <a:spcPct val="150000"/>
              </a:lnSpc>
            </a:pPr>
            <a:r>
              <a:rPr lang="en-ID" sz="140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Lorem ipsum dolor sit amet conse</a:t>
            </a:r>
          </a:p>
        </p:txBody>
      </p:sp>
      <p:sp>
        <p:nvSpPr>
          <p:cNvPr id="27" name="Rectangle 50">
            <a:extLst>
              <a:ext uri="{FF2B5EF4-FFF2-40B4-BE49-F238E27FC236}">
                <a16:creationId xmlns:a16="http://schemas.microsoft.com/office/drawing/2014/main" id="{88D9B327-50C3-E511-F52D-CAD8682D3A54}"/>
              </a:ext>
            </a:extLst>
          </p:cNvPr>
          <p:cNvSpPr/>
          <p:nvPr/>
        </p:nvSpPr>
        <p:spPr>
          <a:xfrm>
            <a:off x="4478018" y="4038040"/>
            <a:ext cx="3144981" cy="1662545"/>
          </a:xfrm>
          <a:prstGeom prst="rect">
            <a:avLst/>
          </a:prstGeom>
          <a:solidFill>
            <a:srgbClr val="000000">
              <a:alpha val="20000"/>
            </a:srgbClr>
          </a:solidFill>
          <a:ln w="28575">
            <a:solidFill>
              <a:srgbClr val="A0CE3A">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8" name="TextBox 51">
            <a:extLst>
              <a:ext uri="{FF2B5EF4-FFF2-40B4-BE49-F238E27FC236}">
                <a16:creationId xmlns:a16="http://schemas.microsoft.com/office/drawing/2014/main" id="{00AAFB1D-5A26-23FE-9033-76E83850A213}"/>
              </a:ext>
            </a:extLst>
          </p:cNvPr>
          <p:cNvSpPr txBox="1"/>
          <p:nvPr/>
        </p:nvSpPr>
        <p:spPr>
          <a:xfrm>
            <a:off x="4745193" y="4558594"/>
            <a:ext cx="432000" cy="369332"/>
          </a:xfrm>
          <a:prstGeom prst="rect">
            <a:avLst/>
          </a:prstGeom>
          <a:noFill/>
        </p:spPr>
        <p:txBody>
          <a:bodyPr wrap="square" rtlCol="0">
            <a:spAutoFit/>
          </a:bodyPr>
          <a:lstStyle/>
          <a:p>
            <a:r>
              <a:rPr lang="en-US">
                <a:solidFill>
                  <a:srgbClr val="A0CE3A"/>
                </a:solidFill>
                <a:latin typeface="Impact" panose="020B0806030902050204" pitchFamily="34" charset="0"/>
                <a:cs typeface="Poppins" panose="00000500000000000000" pitchFamily="2" charset="0"/>
              </a:rPr>
              <a:t>05</a:t>
            </a:r>
            <a:endParaRPr lang="en-ID">
              <a:solidFill>
                <a:srgbClr val="A0CE3A"/>
              </a:solidFill>
              <a:latin typeface="Impact" panose="020B0806030902050204" pitchFamily="34" charset="0"/>
              <a:cs typeface="Poppins" panose="00000500000000000000" pitchFamily="2" charset="0"/>
            </a:endParaRPr>
          </a:p>
        </p:txBody>
      </p:sp>
      <p:sp>
        <p:nvSpPr>
          <p:cNvPr id="29" name="TextBox 52">
            <a:extLst>
              <a:ext uri="{FF2B5EF4-FFF2-40B4-BE49-F238E27FC236}">
                <a16:creationId xmlns:a16="http://schemas.microsoft.com/office/drawing/2014/main" id="{97D60E41-930B-ECCF-1BF9-171DF5986F3F}"/>
              </a:ext>
            </a:extLst>
          </p:cNvPr>
          <p:cNvSpPr txBox="1"/>
          <p:nvPr/>
        </p:nvSpPr>
        <p:spPr>
          <a:xfrm>
            <a:off x="4745193" y="4846505"/>
            <a:ext cx="1973943" cy="369332"/>
          </a:xfrm>
          <a:prstGeom prst="rect">
            <a:avLst/>
          </a:prstGeom>
          <a:noFill/>
        </p:spPr>
        <p:txBody>
          <a:bodyPr wrap="square" rtlCol="0">
            <a:spAutoFit/>
          </a:bodyPr>
          <a:lstStyle/>
          <a:p>
            <a:r>
              <a:rPr lang="en-US" b="1" dirty="0">
                <a:solidFill>
                  <a:schemeClr val="bg1"/>
                </a:solidFill>
                <a:latin typeface="Impact" panose="020B0806030902050204" pitchFamily="34" charset="0"/>
                <a:cs typeface="Poppins" panose="00000500000000000000" pitchFamily="2" charset="0"/>
              </a:rPr>
              <a:t>TÍTULO 5</a:t>
            </a:r>
            <a:endParaRPr lang="en-ID" b="1" dirty="0">
              <a:solidFill>
                <a:schemeClr val="bg1"/>
              </a:solidFill>
              <a:latin typeface="Impact" panose="020B0806030902050204" pitchFamily="34" charset="0"/>
              <a:cs typeface="Poppins" panose="00000500000000000000" pitchFamily="2" charset="0"/>
            </a:endParaRPr>
          </a:p>
        </p:txBody>
      </p:sp>
      <p:sp>
        <p:nvSpPr>
          <p:cNvPr id="30" name="TextBox 53">
            <a:extLst>
              <a:ext uri="{FF2B5EF4-FFF2-40B4-BE49-F238E27FC236}">
                <a16:creationId xmlns:a16="http://schemas.microsoft.com/office/drawing/2014/main" id="{4F1CAF75-59EC-2137-B3C0-C17B01DC5F06}"/>
              </a:ext>
            </a:extLst>
          </p:cNvPr>
          <p:cNvSpPr txBox="1"/>
          <p:nvPr/>
        </p:nvSpPr>
        <p:spPr>
          <a:xfrm>
            <a:off x="4745194" y="5139333"/>
            <a:ext cx="2664246" cy="382028"/>
          </a:xfrm>
          <a:prstGeom prst="rect">
            <a:avLst/>
          </a:prstGeom>
          <a:noFill/>
        </p:spPr>
        <p:txBody>
          <a:bodyPr wrap="square" rtlCol="0">
            <a:spAutoFit/>
          </a:bodyPr>
          <a:lstStyle/>
          <a:p>
            <a:pPr>
              <a:lnSpc>
                <a:spcPct val="150000"/>
              </a:lnSpc>
            </a:pPr>
            <a:r>
              <a:rPr lang="en-ID" sz="140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Lorem ipsum dolor sit amet conse</a:t>
            </a:r>
          </a:p>
        </p:txBody>
      </p:sp>
      <p:sp>
        <p:nvSpPr>
          <p:cNvPr id="31" name="Rectangle 61">
            <a:extLst>
              <a:ext uri="{FF2B5EF4-FFF2-40B4-BE49-F238E27FC236}">
                <a16:creationId xmlns:a16="http://schemas.microsoft.com/office/drawing/2014/main" id="{BDDC955E-5265-F015-DA7B-94C03C1334D3}"/>
              </a:ext>
            </a:extLst>
          </p:cNvPr>
          <p:cNvSpPr/>
          <p:nvPr/>
        </p:nvSpPr>
        <p:spPr>
          <a:xfrm>
            <a:off x="7855090" y="4038040"/>
            <a:ext cx="3144981" cy="1662545"/>
          </a:xfrm>
          <a:prstGeom prst="rect">
            <a:avLst/>
          </a:prstGeom>
          <a:solidFill>
            <a:srgbClr val="000000">
              <a:alpha val="20000"/>
            </a:srgbClr>
          </a:solidFill>
          <a:ln w="28575">
            <a:solidFill>
              <a:srgbClr val="A0CE3A">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32" name="TextBox 62">
            <a:extLst>
              <a:ext uri="{FF2B5EF4-FFF2-40B4-BE49-F238E27FC236}">
                <a16:creationId xmlns:a16="http://schemas.microsoft.com/office/drawing/2014/main" id="{143E5EFA-D7A8-2538-47E7-D032E956FF13}"/>
              </a:ext>
            </a:extLst>
          </p:cNvPr>
          <p:cNvSpPr txBox="1"/>
          <p:nvPr/>
        </p:nvSpPr>
        <p:spPr>
          <a:xfrm>
            <a:off x="8122265" y="4558594"/>
            <a:ext cx="432000" cy="369332"/>
          </a:xfrm>
          <a:prstGeom prst="rect">
            <a:avLst/>
          </a:prstGeom>
          <a:noFill/>
        </p:spPr>
        <p:txBody>
          <a:bodyPr wrap="square" rtlCol="0">
            <a:spAutoFit/>
          </a:bodyPr>
          <a:lstStyle/>
          <a:p>
            <a:r>
              <a:rPr lang="en-US">
                <a:solidFill>
                  <a:srgbClr val="A0CE3A"/>
                </a:solidFill>
                <a:latin typeface="Impact" panose="020B0806030902050204" pitchFamily="34" charset="0"/>
                <a:cs typeface="Poppins" panose="00000500000000000000" pitchFamily="2" charset="0"/>
              </a:rPr>
              <a:t>06</a:t>
            </a:r>
            <a:endParaRPr lang="en-ID">
              <a:solidFill>
                <a:srgbClr val="A0CE3A"/>
              </a:solidFill>
              <a:latin typeface="Impact" panose="020B0806030902050204" pitchFamily="34" charset="0"/>
              <a:cs typeface="Poppins" panose="00000500000000000000" pitchFamily="2" charset="0"/>
            </a:endParaRPr>
          </a:p>
        </p:txBody>
      </p:sp>
      <p:sp>
        <p:nvSpPr>
          <p:cNvPr id="33" name="TextBox 63">
            <a:extLst>
              <a:ext uri="{FF2B5EF4-FFF2-40B4-BE49-F238E27FC236}">
                <a16:creationId xmlns:a16="http://schemas.microsoft.com/office/drawing/2014/main" id="{6A4C1DBB-D7F1-48FF-B62B-E7B6333E3E8E}"/>
              </a:ext>
            </a:extLst>
          </p:cNvPr>
          <p:cNvSpPr txBox="1"/>
          <p:nvPr/>
        </p:nvSpPr>
        <p:spPr>
          <a:xfrm>
            <a:off x="8122265" y="4846505"/>
            <a:ext cx="1973943" cy="369332"/>
          </a:xfrm>
          <a:prstGeom prst="rect">
            <a:avLst/>
          </a:prstGeom>
          <a:noFill/>
        </p:spPr>
        <p:txBody>
          <a:bodyPr wrap="square" rtlCol="0">
            <a:spAutoFit/>
          </a:bodyPr>
          <a:lstStyle/>
          <a:p>
            <a:r>
              <a:rPr lang="en-US" b="1" dirty="0">
                <a:solidFill>
                  <a:schemeClr val="bg1"/>
                </a:solidFill>
                <a:latin typeface="Impact" panose="020B0806030902050204" pitchFamily="34" charset="0"/>
                <a:cs typeface="Poppins" panose="00000500000000000000" pitchFamily="2" charset="0"/>
              </a:rPr>
              <a:t>TÍTULO 6</a:t>
            </a:r>
            <a:endParaRPr lang="en-ID" b="1" dirty="0">
              <a:solidFill>
                <a:schemeClr val="bg1"/>
              </a:solidFill>
              <a:latin typeface="Impact" panose="020B0806030902050204" pitchFamily="34" charset="0"/>
              <a:cs typeface="Poppins" panose="00000500000000000000" pitchFamily="2" charset="0"/>
            </a:endParaRPr>
          </a:p>
        </p:txBody>
      </p:sp>
      <p:sp>
        <p:nvSpPr>
          <p:cNvPr id="34" name="TextBox 64">
            <a:extLst>
              <a:ext uri="{FF2B5EF4-FFF2-40B4-BE49-F238E27FC236}">
                <a16:creationId xmlns:a16="http://schemas.microsoft.com/office/drawing/2014/main" id="{0F937B27-4B91-E028-815A-C117829D64A4}"/>
              </a:ext>
            </a:extLst>
          </p:cNvPr>
          <p:cNvSpPr txBox="1"/>
          <p:nvPr/>
        </p:nvSpPr>
        <p:spPr>
          <a:xfrm>
            <a:off x="8122266" y="5139333"/>
            <a:ext cx="2664246" cy="382028"/>
          </a:xfrm>
          <a:prstGeom prst="rect">
            <a:avLst/>
          </a:prstGeom>
          <a:noFill/>
        </p:spPr>
        <p:txBody>
          <a:bodyPr wrap="square" rtlCol="0">
            <a:spAutoFit/>
          </a:bodyPr>
          <a:lstStyle/>
          <a:p>
            <a:pPr>
              <a:lnSpc>
                <a:spcPct val="150000"/>
              </a:lnSpc>
            </a:pPr>
            <a:r>
              <a:rPr lang="en-ID" sz="1400">
                <a:solidFill>
                  <a:schemeClr val="bg1">
                    <a:lumMod val="85000"/>
                  </a:schemeClr>
                </a:solidFill>
                <a:latin typeface="Calibri" panose="020F0502020204030204" pitchFamily="34" charset="0"/>
                <a:ea typeface="Roboto" panose="02000000000000000000" pitchFamily="2" charset="0"/>
                <a:cs typeface="Calibri" panose="020F0502020204030204" pitchFamily="34" charset="0"/>
              </a:rPr>
              <a:t>Lorem ipsum dolor sit amet conse</a:t>
            </a:r>
          </a:p>
        </p:txBody>
      </p:sp>
      <p:grpSp>
        <p:nvGrpSpPr>
          <p:cNvPr id="35" name="Graphic 50" descr="Puzzle pieces outline">
            <a:extLst>
              <a:ext uri="{FF2B5EF4-FFF2-40B4-BE49-F238E27FC236}">
                <a16:creationId xmlns:a16="http://schemas.microsoft.com/office/drawing/2014/main" id="{B215E2A4-8361-EF87-AC24-9E052F38A753}"/>
              </a:ext>
            </a:extLst>
          </p:cNvPr>
          <p:cNvGrpSpPr/>
          <p:nvPr/>
        </p:nvGrpSpPr>
        <p:grpSpPr>
          <a:xfrm>
            <a:off x="7010256" y="4151406"/>
            <a:ext cx="334727" cy="328485"/>
            <a:chOff x="15072152" y="4088375"/>
            <a:chExt cx="502091" cy="492728"/>
          </a:xfrm>
          <a:solidFill>
            <a:schemeClr val="bg1"/>
          </a:solidFill>
        </p:grpSpPr>
        <p:sp>
          <p:nvSpPr>
            <p:cNvPr id="36" name="Freeform: Shape 73">
              <a:extLst>
                <a:ext uri="{FF2B5EF4-FFF2-40B4-BE49-F238E27FC236}">
                  <a16:creationId xmlns:a16="http://schemas.microsoft.com/office/drawing/2014/main" id="{E0BF14D9-AEBC-2E26-D9CC-EA5FAF236C22}"/>
                </a:ext>
              </a:extLst>
            </p:cNvPr>
            <p:cNvSpPr/>
            <p:nvPr/>
          </p:nvSpPr>
          <p:spPr>
            <a:xfrm>
              <a:off x="15072152" y="4189604"/>
              <a:ext cx="405000" cy="391500"/>
            </a:xfrm>
            <a:custGeom>
              <a:avLst/>
              <a:gdLst>
                <a:gd name="connsiteX0" fmla="*/ 398250 w 405000"/>
                <a:gd name="connsiteY0" fmla="*/ 189000 h 391500"/>
                <a:gd name="connsiteX1" fmla="*/ 338796 w 405000"/>
                <a:gd name="connsiteY1" fmla="*/ 189000 h 391500"/>
                <a:gd name="connsiteX2" fmla="*/ 324049 w 405000"/>
                <a:gd name="connsiteY2" fmla="*/ 133655 h 391500"/>
                <a:gd name="connsiteX3" fmla="*/ 268704 w 405000"/>
                <a:gd name="connsiteY3" fmla="*/ 148403 h 391500"/>
                <a:gd name="connsiteX4" fmla="*/ 268704 w 405000"/>
                <a:gd name="connsiteY4" fmla="*/ 189000 h 391500"/>
                <a:gd name="connsiteX5" fmla="*/ 209250 w 405000"/>
                <a:gd name="connsiteY5" fmla="*/ 189000 h 391500"/>
                <a:gd name="connsiteX6" fmla="*/ 209250 w 405000"/>
                <a:gd name="connsiteY6" fmla="*/ 123721 h 391500"/>
                <a:gd name="connsiteX7" fmla="*/ 202500 w 405000"/>
                <a:gd name="connsiteY7" fmla="*/ 116971 h 391500"/>
                <a:gd name="connsiteX8" fmla="*/ 197100 w 405000"/>
                <a:gd name="connsiteY8" fmla="*/ 119671 h 391500"/>
                <a:gd name="connsiteX9" fmla="*/ 154056 w 405000"/>
                <a:gd name="connsiteY9" fmla="*/ 125826 h 391500"/>
                <a:gd name="connsiteX10" fmla="*/ 147901 w 405000"/>
                <a:gd name="connsiteY10" fmla="*/ 82782 h 391500"/>
                <a:gd name="connsiteX11" fmla="*/ 190945 w 405000"/>
                <a:gd name="connsiteY11" fmla="*/ 76627 h 391500"/>
                <a:gd name="connsiteX12" fmla="*/ 197100 w 405000"/>
                <a:gd name="connsiteY12" fmla="*/ 82782 h 391500"/>
                <a:gd name="connsiteX13" fmla="*/ 206550 w 405000"/>
                <a:gd name="connsiteY13" fmla="*/ 84132 h 391500"/>
                <a:gd name="connsiteX14" fmla="*/ 209250 w 405000"/>
                <a:gd name="connsiteY14" fmla="*/ 78732 h 391500"/>
                <a:gd name="connsiteX15" fmla="*/ 209250 w 405000"/>
                <a:gd name="connsiteY15" fmla="*/ 6750 h 391500"/>
                <a:gd name="connsiteX16" fmla="*/ 202500 w 405000"/>
                <a:gd name="connsiteY16" fmla="*/ 0 h 391500"/>
                <a:gd name="connsiteX17" fmla="*/ 6750 w 405000"/>
                <a:gd name="connsiteY17" fmla="*/ 0 h 391500"/>
                <a:gd name="connsiteX18" fmla="*/ 0 w 405000"/>
                <a:gd name="connsiteY18" fmla="*/ 6750 h 391500"/>
                <a:gd name="connsiteX19" fmla="*/ 0 w 405000"/>
                <a:gd name="connsiteY19" fmla="*/ 384750 h 391500"/>
                <a:gd name="connsiteX20" fmla="*/ 6750 w 405000"/>
                <a:gd name="connsiteY20" fmla="*/ 391500 h 391500"/>
                <a:gd name="connsiteX21" fmla="*/ 398014 w 405000"/>
                <a:gd name="connsiteY21" fmla="*/ 391500 h 391500"/>
                <a:gd name="connsiteX22" fmla="*/ 404764 w 405000"/>
                <a:gd name="connsiteY22" fmla="*/ 384750 h 391500"/>
                <a:gd name="connsiteX23" fmla="*/ 405000 w 405000"/>
                <a:gd name="connsiteY23" fmla="*/ 195750 h 391500"/>
                <a:gd name="connsiteX24" fmla="*/ 398250 w 405000"/>
                <a:gd name="connsiteY24" fmla="*/ 189000 h 391500"/>
                <a:gd name="connsiteX25" fmla="*/ 13500 w 405000"/>
                <a:gd name="connsiteY25" fmla="*/ 13500 h 391500"/>
                <a:gd name="connsiteX26" fmla="*/ 195750 w 405000"/>
                <a:gd name="connsiteY26" fmla="*/ 13500 h 391500"/>
                <a:gd name="connsiteX27" fmla="*/ 195750 w 405000"/>
                <a:gd name="connsiteY27" fmla="*/ 63625 h 391500"/>
                <a:gd name="connsiteX28" fmla="*/ 134838 w 405000"/>
                <a:gd name="connsiteY28" fmla="*/ 77949 h 391500"/>
                <a:gd name="connsiteX29" fmla="*/ 149161 w 405000"/>
                <a:gd name="connsiteY29" fmla="*/ 138861 h 391500"/>
                <a:gd name="connsiteX30" fmla="*/ 195750 w 405000"/>
                <a:gd name="connsiteY30" fmla="*/ 138861 h 391500"/>
                <a:gd name="connsiteX31" fmla="*/ 195750 w 405000"/>
                <a:gd name="connsiteY31" fmla="*/ 189000 h 391500"/>
                <a:gd name="connsiteX32" fmla="*/ 126097 w 405000"/>
                <a:gd name="connsiteY32" fmla="*/ 189000 h 391500"/>
                <a:gd name="connsiteX33" fmla="*/ 119347 w 405000"/>
                <a:gd name="connsiteY33" fmla="*/ 195750 h 391500"/>
                <a:gd name="connsiteX34" fmla="*/ 122047 w 405000"/>
                <a:gd name="connsiteY34" fmla="*/ 201150 h 391500"/>
                <a:gd name="connsiteX35" fmla="*/ 134467 w 405000"/>
                <a:gd name="connsiteY35" fmla="*/ 225450 h 391500"/>
                <a:gd name="connsiteX36" fmla="*/ 103417 w 405000"/>
                <a:gd name="connsiteY36" fmla="*/ 256500 h 391500"/>
                <a:gd name="connsiteX37" fmla="*/ 72367 w 405000"/>
                <a:gd name="connsiteY37" fmla="*/ 225450 h 391500"/>
                <a:gd name="connsiteX38" fmla="*/ 84794 w 405000"/>
                <a:gd name="connsiteY38" fmla="*/ 201150 h 391500"/>
                <a:gd name="connsiteX39" fmla="*/ 86143 w 405000"/>
                <a:gd name="connsiteY39" fmla="*/ 191700 h 391500"/>
                <a:gd name="connsiteX40" fmla="*/ 80744 w 405000"/>
                <a:gd name="connsiteY40" fmla="*/ 189000 h 391500"/>
                <a:gd name="connsiteX41" fmla="*/ 13500 w 405000"/>
                <a:gd name="connsiteY41" fmla="*/ 189000 h 391500"/>
                <a:gd name="connsiteX42" fmla="*/ 195750 w 405000"/>
                <a:gd name="connsiteY42" fmla="*/ 378000 h 391500"/>
                <a:gd name="connsiteX43" fmla="*/ 13500 w 405000"/>
                <a:gd name="connsiteY43" fmla="*/ 378000 h 391500"/>
                <a:gd name="connsiteX44" fmla="*/ 13500 w 405000"/>
                <a:gd name="connsiteY44" fmla="*/ 202500 h 391500"/>
                <a:gd name="connsiteX45" fmla="*/ 65475 w 405000"/>
                <a:gd name="connsiteY45" fmla="*/ 202500 h 391500"/>
                <a:gd name="connsiteX46" fmla="*/ 58880 w 405000"/>
                <a:gd name="connsiteY46" fmla="*/ 225450 h 391500"/>
                <a:gd name="connsiteX47" fmla="*/ 103430 w 405000"/>
                <a:gd name="connsiteY47" fmla="*/ 270000 h 391500"/>
                <a:gd name="connsiteX48" fmla="*/ 147980 w 405000"/>
                <a:gd name="connsiteY48" fmla="*/ 225450 h 391500"/>
                <a:gd name="connsiteX49" fmla="*/ 141392 w 405000"/>
                <a:gd name="connsiteY49" fmla="*/ 202500 h 391500"/>
                <a:gd name="connsiteX50" fmla="*/ 195750 w 405000"/>
                <a:gd name="connsiteY50" fmla="*/ 202500 h 391500"/>
                <a:gd name="connsiteX51" fmla="*/ 195750 w 405000"/>
                <a:gd name="connsiteY51" fmla="*/ 267124 h 391500"/>
                <a:gd name="connsiteX52" fmla="*/ 202496 w 405000"/>
                <a:gd name="connsiteY52" fmla="*/ 273879 h 391500"/>
                <a:gd name="connsiteX53" fmla="*/ 207968 w 405000"/>
                <a:gd name="connsiteY53" fmla="*/ 271087 h 391500"/>
                <a:gd name="connsiteX54" fmla="*/ 222858 w 405000"/>
                <a:gd name="connsiteY54" fmla="*/ 260165 h 391500"/>
                <a:gd name="connsiteX55" fmla="*/ 262235 w 405000"/>
                <a:gd name="connsiteY55" fmla="*/ 278585 h 391500"/>
                <a:gd name="connsiteX56" fmla="*/ 243815 w 405000"/>
                <a:gd name="connsiteY56" fmla="*/ 317962 h 391500"/>
                <a:gd name="connsiteX57" fmla="*/ 241853 w 405000"/>
                <a:gd name="connsiteY57" fmla="*/ 318600 h 391500"/>
                <a:gd name="connsiteX58" fmla="*/ 241292 w 405000"/>
                <a:gd name="connsiteY58" fmla="*/ 318830 h 391500"/>
                <a:gd name="connsiteX59" fmla="*/ 239564 w 405000"/>
                <a:gd name="connsiteY59" fmla="*/ 319505 h 391500"/>
                <a:gd name="connsiteX60" fmla="*/ 239078 w 405000"/>
                <a:gd name="connsiteY60" fmla="*/ 319694 h 391500"/>
                <a:gd name="connsiteX61" fmla="*/ 237910 w 405000"/>
                <a:gd name="connsiteY61" fmla="*/ 319896 h 391500"/>
                <a:gd name="connsiteX62" fmla="*/ 211032 w 405000"/>
                <a:gd name="connsiteY62" fmla="*/ 313004 h 391500"/>
                <a:gd name="connsiteX63" fmla="*/ 209500 w 405000"/>
                <a:gd name="connsiteY63" fmla="*/ 311492 h 391500"/>
                <a:gd name="connsiteX64" fmla="*/ 208089 w 405000"/>
                <a:gd name="connsiteY64" fmla="*/ 310142 h 391500"/>
                <a:gd name="connsiteX65" fmla="*/ 202500 w 405000"/>
                <a:gd name="connsiteY65" fmla="*/ 307220 h 391500"/>
                <a:gd name="connsiteX66" fmla="*/ 195750 w 405000"/>
                <a:gd name="connsiteY66" fmla="*/ 313970 h 391500"/>
                <a:gd name="connsiteX67" fmla="*/ 195750 w 405000"/>
                <a:gd name="connsiteY67" fmla="*/ 378000 h 391500"/>
                <a:gd name="connsiteX68" fmla="*/ 391271 w 405000"/>
                <a:gd name="connsiteY68" fmla="*/ 378000 h 391500"/>
                <a:gd name="connsiteX69" fmla="*/ 209250 w 405000"/>
                <a:gd name="connsiteY69" fmla="*/ 378000 h 391500"/>
                <a:gd name="connsiteX70" fmla="*/ 209250 w 405000"/>
                <a:gd name="connsiteY70" fmla="*/ 328448 h 391500"/>
                <a:gd name="connsiteX71" fmla="*/ 240698 w 405000"/>
                <a:gd name="connsiteY71" fmla="*/ 333113 h 391500"/>
                <a:gd name="connsiteX72" fmla="*/ 244748 w 405000"/>
                <a:gd name="connsiteY72" fmla="*/ 331972 h 391500"/>
                <a:gd name="connsiteX73" fmla="*/ 246429 w 405000"/>
                <a:gd name="connsiteY73" fmla="*/ 331297 h 391500"/>
                <a:gd name="connsiteX74" fmla="*/ 274537 w 405000"/>
                <a:gd name="connsiteY74" fmla="*/ 275402 h 391500"/>
                <a:gd name="connsiteX75" fmla="*/ 218642 w 405000"/>
                <a:gd name="connsiteY75" fmla="*/ 247294 h 391500"/>
                <a:gd name="connsiteX76" fmla="*/ 209304 w 405000"/>
                <a:gd name="connsiteY76" fmla="*/ 251647 h 391500"/>
                <a:gd name="connsiteX77" fmla="*/ 209304 w 405000"/>
                <a:gd name="connsiteY77" fmla="*/ 202500 h 391500"/>
                <a:gd name="connsiteX78" fmla="*/ 283500 w 405000"/>
                <a:gd name="connsiteY78" fmla="*/ 202500 h 391500"/>
                <a:gd name="connsiteX79" fmla="*/ 290250 w 405000"/>
                <a:gd name="connsiteY79" fmla="*/ 195750 h 391500"/>
                <a:gd name="connsiteX80" fmla="*/ 287550 w 405000"/>
                <a:gd name="connsiteY80" fmla="*/ 190350 h 391500"/>
                <a:gd name="connsiteX81" fmla="*/ 282150 w 405000"/>
                <a:gd name="connsiteY81" fmla="*/ 152550 h 391500"/>
                <a:gd name="connsiteX82" fmla="*/ 319950 w 405000"/>
                <a:gd name="connsiteY82" fmla="*/ 147150 h 391500"/>
                <a:gd name="connsiteX83" fmla="*/ 325350 w 405000"/>
                <a:gd name="connsiteY83" fmla="*/ 184950 h 391500"/>
                <a:gd name="connsiteX84" fmla="*/ 319950 w 405000"/>
                <a:gd name="connsiteY84" fmla="*/ 190350 h 391500"/>
                <a:gd name="connsiteX85" fmla="*/ 318600 w 405000"/>
                <a:gd name="connsiteY85" fmla="*/ 199800 h 391500"/>
                <a:gd name="connsiteX86" fmla="*/ 324000 w 405000"/>
                <a:gd name="connsiteY86" fmla="*/ 202500 h 391500"/>
                <a:gd name="connsiteX87" fmla="*/ 391500 w 405000"/>
                <a:gd name="connsiteY87" fmla="*/ 202500 h 39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05000" h="391500">
                  <a:moveTo>
                    <a:pt x="398250" y="189000"/>
                  </a:moveTo>
                  <a:lnTo>
                    <a:pt x="338796" y="189000"/>
                  </a:lnTo>
                  <a:cubicBezTo>
                    <a:pt x="350006" y="169644"/>
                    <a:pt x="343404" y="144866"/>
                    <a:pt x="324049" y="133655"/>
                  </a:cubicBezTo>
                  <a:cubicBezTo>
                    <a:pt x="304693" y="122445"/>
                    <a:pt x="279914" y="129048"/>
                    <a:pt x="268704" y="148403"/>
                  </a:cubicBezTo>
                  <a:cubicBezTo>
                    <a:pt x="261432" y="160958"/>
                    <a:pt x="261432" y="176444"/>
                    <a:pt x="268704" y="189000"/>
                  </a:cubicBezTo>
                  <a:lnTo>
                    <a:pt x="209250" y="189000"/>
                  </a:lnTo>
                  <a:lnTo>
                    <a:pt x="209250" y="123721"/>
                  </a:lnTo>
                  <a:cubicBezTo>
                    <a:pt x="209250" y="119993"/>
                    <a:pt x="206228" y="116971"/>
                    <a:pt x="202500" y="116971"/>
                  </a:cubicBezTo>
                  <a:cubicBezTo>
                    <a:pt x="200375" y="116971"/>
                    <a:pt x="198375" y="117971"/>
                    <a:pt x="197100" y="119671"/>
                  </a:cubicBezTo>
                  <a:cubicBezTo>
                    <a:pt x="186914" y="133256"/>
                    <a:pt x="167642" y="136013"/>
                    <a:pt x="154056" y="125826"/>
                  </a:cubicBezTo>
                  <a:cubicBezTo>
                    <a:pt x="140470" y="115640"/>
                    <a:pt x="137714" y="96368"/>
                    <a:pt x="147901" y="82782"/>
                  </a:cubicBezTo>
                  <a:cubicBezTo>
                    <a:pt x="158088" y="69196"/>
                    <a:pt x="177359" y="66440"/>
                    <a:pt x="190945" y="76627"/>
                  </a:cubicBezTo>
                  <a:cubicBezTo>
                    <a:pt x="193278" y="78376"/>
                    <a:pt x="195350" y="80449"/>
                    <a:pt x="197100" y="82782"/>
                  </a:cubicBezTo>
                  <a:cubicBezTo>
                    <a:pt x="199337" y="85764"/>
                    <a:pt x="203568" y="86369"/>
                    <a:pt x="206550" y="84132"/>
                  </a:cubicBezTo>
                  <a:cubicBezTo>
                    <a:pt x="208250" y="82857"/>
                    <a:pt x="209250" y="80857"/>
                    <a:pt x="209250" y="78732"/>
                  </a:cubicBezTo>
                  <a:lnTo>
                    <a:pt x="209250" y="6750"/>
                  </a:lnTo>
                  <a:cubicBezTo>
                    <a:pt x="209250" y="3022"/>
                    <a:pt x="206228" y="0"/>
                    <a:pt x="202500" y="0"/>
                  </a:cubicBezTo>
                  <a:lnTo>
                    <a:pt x="6750" y="0"/>
                  </a:lnTo>
                  <a:cubicBezTo>
                    <a:pt x="3022" y="0"/>
                    <a:pt x="0" y="3022"/>
                    <a:pt x="0" y="6750"/>
                  </a:cubicBezTo>
                  <a:lnTo>
                    <a:pt x="0" y="384750"/>
                  </a:lnTo>
                  <a:cubicBezTo>
                    <a:pt x="0" y="388478"/>
                    <a:pt x="3022" y="391500"/>
                    <a:pt x="6750" y="391500"/>
                  </a:cubicBezTo>
                  <a:lnTo>
                    <a:pt x="398014" y="391500"/>
                  </a:lnTo>
                  <a:cubicBezTo>
                    <a:pt x="401742" y="391500"/>
                    <a:pt x="404764" y="388478"/>
                    <a:pt x="404764" y="384750"/>
                  </a:cubicBezTo>
                  <a:lnTo>
                    <a:pt x="405000" y="195750"/>
                  </a:lnTo>
                  <a:cubicBezTo>
                    <a:pt x="405000" y="192022"/>
                    <a:pt x="401978" y="189000"/>
                    <a:pt x="398250" y="189000"/>
                  </a:cubicBezTo>
                  <a:close/>
                  <a:moveTo>
                    <a:pt x="13500" y="13500"/>
                  </a:moveTo>
                  <a:lnTo>
                    <a:pt x="195750" y="13500"/>
                  </a:lnTo>
                  <a:lnTo>
                    <a:pt x="195750" y="63625"/>
                  </a:lnTo>
                  <a:cubicBezTo>
                    <a:pt x="174974" y="50760"/>
                    <a:pt x="147703" y="57173"/>
                    <a:pt x="134838" y="77949"/>
                  </a:cubicBezTo>
                  <a:cubicBezTo>
                    <a:pt x="121973" y="98724"/>
                    <a:pt x="128385" y="125996"/>
                    <a:pt x="149161" y="138861"/>
                  </a:cubicBezTo>
                  <a:cubicBezTo>
                    <a:pt x="163433" y="147699"/>
                    <a:pt x="181478" y="147699"/>
                    <a:pt x="195750" y="138861"/>
                  </a:cubicBezTo>
                  <a:lnTo>
                    <a:pt x="195750" y="189000"/>
                  </a:lnTo>
                  <a:lnTo>
                    <a:pt x="126097" y="189000"/>
                  </a:lnTo>
                  <a:cubicBezTo>
                    <a:pt x="122369" y="189000"/>
                    <a:pt x="119347" y="192022"/>
                    <a:pt x="119347" y="195750"/>
                  </a:cubicBezTo>
                  <a:cubicBezTo>
                    <a:pt x="119347" y="197875"/>
                    <a:pt x="120347" y="199875"/>
                    <a:pt x="122047" y="201150"/>
                  </a:cubicBezTo>
                  <a:cubicBezTo>
                    <a:pt x="129863" y="206774"/>
                    <a:pt x="134486" y="215821"/>
                    <a:pt x="134467" y="225450"/>
                  </a:cubicBezTo>
                  <a:cubicBezTo>
                    <a:pt x="134467" y="242598"/>
                    <a:pt x="120565" y="256500"/>
                    <a:pt x="103417" y="256500"/>
                  </a:cubicBezTo>
                  <a:cubicBezTo>
                    <a:pt x="86268" y="256500"/>
                    <a:pt x="72367" y="242598"/>
                    <a:pt x="72367" y="225450"/>
                  </a:cubicBezTo>
                  <a:cubicBezTo>
                    <a:pt x="72350" y="215820"/>
                    <a:pt x="76976" y="206773"/>
                    <a:pt x="84794" y="201150"/>
                  </a:cubicBezTo>
                  <a:cubicBezTo>
                    <a:pt x="87776" y="198913"/>
                    <a:pt x="88380" y="194682"/>
                    <a:pt x="86143" y="191700"/>
                  </a:cubicBezTo>
                  <a:cubicBezTo>
                    <a:pt x="84868" y="190000"/>
                    <a:pt x="82868" y="189000"/>
                    <a:pt x="80744" y="189000"/>
                  </a:cubicBezTo>
                  <a:lnTo>
                    <a:pt x="13500" y="189000"/>
                  </a:lnTo>
                  <a:close/>
                  <a:moveTo>
                    <a:pt x="195750" y="378000"/>
                  </a:moveTo>
                  <a:lnTo>
                    <a:pt x="13500" y="378000"/>
                  </a:lnTo>
                  <a:lnTo>
                    <a:pt x="13500" y="202500"/>
                  </a:lnTo>
                  <a:lnTo>
                    <a:pt x="65475" y="202500"/>
                  </a:lnTo>
                  <a:cubicBezTo>
                    <a:pt x="61152" y="209373"/>
                    <a:pt x="58865" y="217330"/>
                    <a:pt x="58880" y="225450"/>
                  </a:cubicBezTo>
                  <a:cubicBezTo>
                    <a:pt x="58880" y="250054"/>
                    <a:pt x="78826" y="270000"/>
                    <a:pt x="103430" y="270000"/>
                  </a:cubicBezTo>
                  <a:cubicBezTo>
                    <a:pt x="128035" y="270000"/>
                    <a:pt x="147980" y="250054"/>
                    <a:pt x="147980" y="225450"/>
                  </a:cubicBezTo>
                  <a:cubicBezTo>
                    <a:pt x="147998" y="217331"/>
                    <a:pt x="145714" y="209374"/>
                    <a:pt x="141392" y="202500"/>
                  </a:cubicBezTo>
                  <a:lnTo>
                    <a:pt x="195750" y="202500"/>
                  </a:lnTo>
                  <a:lnTo>
                    <a:pt x="195750" y="267124"/>
                  </a:lnTo>
                  <a:cubicBezTo>
                    <a:pt x="195748" y="270853"/>
                    <a:pt x="198768" y="273876"/>
                    <a:pt x="202496" y="273879"/>
                  </a:cubicBezTo>
                  <a:cubicBezTo>
                    <a:pt x="204662" y="273880"/>
                    <a:pt x="206697" y="272841"/>
                    <a:pt x="207968" y="271087"/>
                  </a:cubicBezTo>
                  <a:cubicBezTo>
                    <a:pt x="211631" y="265943"/>
                    <a:pt x="216852" y="262115"/>
                    <a:pt x="222858" y="260165"/>
                  </a:cubicBezTo>
                  <a:cubicBezTo>
                    <a:pt x="238818" y="254378"/>
                    <a:pt x="256448" y="262626"/>
                    <a:pt x="262235" y="278585"/>
                  </a:cubicBezTo>
                  <a:cubicBezTo>
                    <a:pt x="268022" y="294546"/>
                    <a:pt x="259774" y="312175"/>
                    <a:pt x="243815" y="317962"/>
                  </a:cubicBezTo>
                  <a:cubicBezTo>
                    <a:pt x="243168" y="318197"/>
                    <a:pt x="242513" y="318410"/>
                    <a:pt x="241853" y="318600"/>
                  </a:cubicBezTo>
                  <a:lnTo>
                    <a:pt x="241292" y="318830"/>
                  </a:lnTo>
                  <a:cubicBezTo>
                    <a:pt x="240718" y="319012"/>
                    <a:pt x="240145" y="319235"/>
                    <a:pt x="239564" y="319505"/>
                  </a:cubicBezTo>
                  <a:lnTo>
                    <a:pt x="239078" y="319694"/>
                  </a:lnTo>
                  <a:cubicBezTo>
                    <a:pt x="238684" y="319727"/>
                    <a:pt x="238293" y="319795"/>
                    <a:pt x="237910" y="319896"/>
                  </a:cubicBezTo>
                  <a:cubicBezTo>
                    <a:pt x="228362" y="322375"/>
                    <a:pt x="218209" y="319773"/>
                    <a:pt x="211032" y="313004"/>
                  </a:cubicBezTo>
                  <a:cubicBezTo>
                    <a:pt x="210634" y="312592"/>
                    <a:pt x="210094" y="312053"/>
                    <a:pt x="209500" y="311492"/>
                  </a:cubicBezTo>
                  <a:cubicBezTo>
                    <a:pt x="209007" y="311027"/>
                    <a:pt x="208447" y="310520"/>
                    <a:pt x="208089" y="310142"/>
                  </a:cubicBezTo>
                  <a:cubicBezTo>
                    <a:pt x="206816" y="308313"/>
                    <a:pt x="204729" y="307222"/>
                    <a:pt x="202500" y="307220"/>
                  </a:cubicBezTo>
                  <a:cubicBezTo>
                    <a:pt x="198772" y="307220"/>
                    <a:pt x="195750" y="310241"/>
                    <a:pt x="195750" y="313970"/>
                  </a:cubicBezTo>
                  <a:lnTo>
                    <a:pt x="195750" y="378000"/>
                  </a:lnTo>
                  <a:close/>
                  <a:moveTo>
                    <a:pt x="391271" y="378000"/>
                  </a:moveTo>
                  <a:lnTo>
                    <a:pt x="209250" y="378000"/>
                  </a:lnTo>
                  <a:lnTo>
                    <a:pt x="209250" y="328448"/>
                  </a:lnTo>
                  <a:cubicBezTo>
                    <a:pt x="218727" y="334034"/>
                    <a:pt x="230008" y="335707"/>
                    <a:pt x="240698" y="333113"/>
                  </a:cubicBezTo>
                  <a:cubicBezTo>
                    <a:pt x="242098" y="332939"/>
                    <a:pt x="243464" y="332554"/>
                    <a:pt x="244748" y="331972"/>
                  </a:cubicBezTo>
                  <a:lnTo>
                    <a:pt x="246429" y="331297"/>
                  </a:lnTo>
                  <a:cubicBezTo>
                    <a:pt x="269625" y="323623"/>
                    <a:pt x="282210" y="298598"/>
                    <a:pt x="274537" y="275402"/>
                  </a:cubicBezTo>
                  <a:cubicBezTo>
                    <a:pt x="266864" y="252206"/>
                    <a:pt x="241839" y="239621"/>
                    <a:pt x="218642" y="247294"/>
                  </a:cubicBezTo>
                  <a:cubicBezTo>
                    <a:pt x="215370" y="248376"/>
                    <a:pt x="212237" y="249837"/>
                    <a:pt x="209304" y="251647"/>
                  </a:cubicBezTo>
                  <a:lnTo>
                    <a:pt x="209304" y="202500"/>
                  </a:lnTo>
                  <a:lnTo>
                    <a:pt x="283500" y="202500"/>
                  </a:lnTo>
                  <a:cubicBezTo>
                    <a:pt x="287228" y="202500"/>
                    <a:pt x="290250" y="199478"/>
                    <a:pt x="290250" y="195750"/>
                  </a:cubicBezTo>
                  <a:cubicBezTo>
                    <a:pt x="290250" y="193625"/>
                    <a:pt x="289250" y="191625"/>
                    <a:pt x="287550" y="190350"/>
                  </a:cubicBezTo>
                  <a:cubicBezTo>
                    <a:pt x="275621" y="181403"/>
                    <a:pt x="273203" y="164479"/>
                    <a:pt x="282150" y="152550"/>
                  </a:cubicBezTo>
                  <a:cubicBezTo>
                    <a:pt x="291097" y="140621"/>
                    <a:pt x="308021" y="138203"/>
                    <a:pt x="319950" y="147150"/>
                  </a:cubicBezTo>
                  <a:cubicBezTo>
                    <a:pt x="331879" y="156097"/>
                    <a:pt x="334297" y="173021"/>
                    <a:pt x="325350" y="184950"/>
                  </a:cubicBezTo>
                  <a:cubicBezTo>
                    <a:pt x="323815" y="186997"/>
                    <a:pt x="321997" y="188815"/>
                    <a:pt x="319950" y="190350"/>
                  </a:cubicBezTo>
                  <a:cubicBezTo>
                    <a:pt x="316968" y="192587"/>
                    <a:pt x="316363" y="196818"/>
                    <a:pt x="318600" y="199800"/>
                  </a:cubicBezTo>
                  <a:cubicBezTo>
                    <a:pt x="319875" y="201500"/>
                    <a:pt x="321875" y="202500"/>
                    <a:pt x="324000" y="202500"/>
                  </a:cubicBezTo>
                  <a:lnTo>
                    <a:pt x="391500" y="202500"/>
                  </a:lnTo>
                  <a:close/>
                </a:path>
              </a:pathLst>
            </a:custGeom>
            <a:grpFill/>
            <a:ln w="6747" cap="flat">
              <a:noFill/>
              <a:prstDash val="solid"/>
              <a:miter/>
            </a:ln>
          </p:spPr>
          <p:txBody>
            <a:bodyPr rtlCol="0" anchor="ctr"/>
            <a:lstStyle/>
            <a:p>
              <a:endParaRPr lang="en-ID" sz="1200"/>
            </a:p>
          </p:txBody>
        </p:sp>
        <p:sp>
          <p:nvSpPr>
            <p:cNvPr id="37" name="Freeform: Shape 74">
              <a:extLst>
                <a:ext uri="{FF2B5EF4-FFF2-40B4-BE49-F238E27FC236}">
                  <a16:creationId xmlns:a16="http://schemas.microsoft.com/office/drawing/2014/main" id="{4827EBAD-25CF-CBB5-65D0-B24B1E63F51D}"/>
                </a:ext>
              </a:extLst>
            </p:cNvPr>
            <p:cNvSpPr/>
            <p:nvPr/>
          </p:nvSpPr>
          <p:spPr>
            <a:xfrm>
              <a:off x="15305130" y="4088375"/>
              <a:ext cx="269113" cy="244168"/>
            </a:xfrm>
            <a:custGeom>
              <a:avLst/>
              <a:gdLst>
                <a:gd name="connsiteX0" fmla="*/ 268601 w 269113"/>
                <a:gd name="connsiteY0" fmla="*/ 71656 h 244168"/>
                <a:gd name="connsiteX1" fmla="*/ 264942 w 269113"/>
                <a:gd name="connsiteY1" fmla="*/ 68011 h 244168"/>
                <a:gd name="connsiteX2" fmla="*/ 101309 w 269113"/>
                <a:gd name="connsiteY2" fmla="*/ 511 h 244168"/>
                <a:gd name="connsiteX3" fmla="*/ 92495 w 269113"/>
                <a:gd name="connsiteY3" fmla="*/ 4179 h 244168"/>
                <a:gd name="connsiteX4" fmla="*/ 92493 w 269113"/>
                <a:gd name="connsiteY4" fmla="*/ 4183 h 244168"/>
                <a:gd name="connsiteX5" fmla="*/ 72182 w 269113"/>
                <a:gd name="connsiteY5" fmla="*/ 53553 h 244168"/>
                <a:gd name="connsiteX6" fmla="*/ 15526 w 269113"/>
                <a:gd name="connsiteY6" fmla="*/ 46579 h 244168"/>
                <a:gd name="connsiteX7" fmla="*/ 8551 w 269113"/>
                <a:gd name="connsiteY7" fmla="*/ 103236 h 244168"/>
                <a:gd name="connsiteX8" fmla="*/ 26458 w 269113"/>
                <a:gd name="connsiteY8" fmla="*/ 116287 h 244168"/>
                <a:gd name="connsiteX9" fmla="*/ 45729 w 269113"/>
                <a:gd name="connsiteY9" fmla="*/ 118117 h 244168"/>
                <a:gd name="connsiteX10" fmla="*/ 25081 w 269113"/>
                <a:gd name="connsiteY10" fmla="*/ 167054 h 244168"/>
                <a:gd name="connsiteX11" fmla="*/ 28683 w 269113"/>
                <a:gd name="connsiteY11" fmla="*/ 175895 h 244168"/>
                <a:gd name="connsiteX12" fmla="*/ 28753 w 269113"/>
                <a:gd name="connsiteY12" fmla="*/ 175924 h 244168"/>
                <a:gd name="connsiteX13" fmla="*/ 87613 w 269113"/>
                <a:gd name="connsiteY13" fmla="*/ 199927 h 244168"/>
                <a:gd name="connsiteX14" fmla="*/ 96409 w 269113"/>
                <a:gd name="connsiteY14" fmla="*/ 196219 h 244168"/>
                <a:gd name="connsiteX15" fmla="*/ 95976 w 269113"/>
                <a:gd name="connsiteY15" fmla="*/ 190254 h 244168"/>
                <a:gd name="connsiteX16" fmla="*/ 95301 w 269113"/>
                <a:gd name="connsiteY16" fmla="*/ 165009 h 244168"/>
                <a:gd name="connsiteX17" fmla="*/ 135326 w 269113"/>
                <a:gd name="connsiteY17" fmla="*/ 148018 h 244168"/>
                <a:gd name="connsiteX18" fmla="*/ 152316 w 269113"/>
                <a:gd name="connsiteY18" fmla="*/ 188043 h 244168"/>
                <a:gd name="connsiteX19" fmla="*/ 152042 w 269113"/>
                <a:gd name="connsiteY19" fmla="*/ 188701 h 244168"/>
                <a:gd name="connsiteX20" fmla="*/ 134039 w 269113"/>
                <a:gd name="connsiteY20" fmla="*/ 206663 h 244168"/>
                <a:gd name="connsiteX21" fmla="*/ 129084 w 269113"/>
                <a:gd name="connsiteY21" fmla="*/ 214822 h 244168"/>
                <a:gd name="connsiteX22" fmla="*/ 133135 w 269113"/>
                <a:gd name="connsiteY22" fmla="*/ 219488 h 244168"/>
                <a:gd name="connsiteX23" fmla="*/ 192346 w 269113"/>
                <a:gd name="connsiteY23" fmla="*/ 243653 h 244168"/>
                <a:gd name="connsiteX24" fmla="*/ 201165 w 269113"/>
                <a:gd name="connsiteY24" fmla="*/ 240001 h 244168"/>
                <a:gd name="connsiteX25" fmla="*/ 201168 w 269113"/>
                <a:gd name="connsiteY25" fmla="*/ 239995 h 244168"/>
                <a:gd name="connsiteX26" fmla="*/ 268607 w 269113"/>
                <a:gd name="connsiteY26" fmla="*/ 76800 h 244168"/>
                <a:gd name="connsiteX27" fmla="*/ 268601 w 269113"/>
                <a:gd name="connsiteY27" fmla="*/ 71656 h 244168"/>
                <a:gd name="connsiteX28" fmla="*/ 191259 w 269113"/>
                <a:gd name="connsiteY28" fmla="*/ 228641 h 244168"/>
                <a:gd name="connsiteX29" fmla="*/ 151677 w 269113"/>
                <a:gd name="connsiteY29" fmla="*/ 212441 h 244168"/>
                <a:gd name="connsiteX30" fmla="*/ 164502 w 269113"/>
                <a:gd name="connsiteY30" fmla="*/ 193879 h 244168"/>
                <a:gd name="connsiteX31" fmla="*/ 139140 w 269113"/>
                <a:gd name="connsiteY31" fmla="*/ 136665 h 244168"/>
                <a:gd name="connsiteX32" fmla="*/ 81926 w 269113"/>
                <a:gd name="connsiteY32" fmla="*/ 162027 h 244168"/>
                <a:gd name="connsiteX33" fmla="*/ 79135 w 269113"/>
                <a:gd name="connsiteY33" fmla="*/ 181870 h 244168"/>
                <a:gd name="connsiteX34" fmla="*/ 40187 w 269113"/>
                <a:gd name="connsiteY34" fmla="*/ 165981 h 244168"/>
                <a:gd name="connsiteX35" fmla="*/ 64366 w 269113"/>
                <a:gd name="connsiteY35" fmla="*/ 108673 h 244168"/>
                <a:gd name="connsiteX36" fmla="*/ 60761 w 269113"/>
                <a:gd name="connsiteY36" fmla="*/ 99834 h 244168"/>
                <a:gd name="connsiteX37" fmla="*/ 54484 w 269113"/>
                <a:gd name="connsiteY37" fmla="*/ 100384 h 244168"/>
                <a:gd name="connsiteX38" fmla="*/ 31142 w 269113"/>
                <a:gd name="connsiteY38" fmla="*/ 103604 h 244168"/>
                <a:gd name="connsiteX39" fmla="*/ 15162 w 269113"/>
                <a:gd name="connsiteY39" fmla="*/ 68919 h 244168"/>
                <a:gd name="connsiteX40" fmla="*/ 49847 w 269113"/>
                <a:gd name="connsiteY40" fmla="*/ 52939 h 244168"/>
                <a:gd name="connsiteX41" fmla="*/ 66485 w 269113"/>
                <a:gd name="connsiteY41" fmla="*/ 71400 h 244168"/>
                <a:gd name="connsiteX42" fmla="*/ 74885 w 269113"/>
                <a:gd name="connsiteY42" fmla="*/ 75935 h 244168"/>
                <a:gd name="connsiteX43" fmla="*/ 79196 w 269113"/>
                <a:gd name="connsiteY43" fmla="*/ 72034 h 244168"/>
                <a:gd name="connsiteX44" fmla="*/ 102436 w 269113"/>
                <a:gd name="connsiteY44" fmla="*/ 15544 h 244168"/>
                <a:gd name="connsiteX45" fmla="*/ 253575 w 269113"/>
                <a:gd name="connsiteY45" fmla="*/ 77914 h 24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69113" h="244168">
                  <a:moveTo>
                    <a:pt x="268601" y="71656"/>
                  </a:moveTo>
                  <a:cubicBezTo>
                    <a:pt x="267913" y="70005"/>
                    <a:pt x="266597" y="68693"/>
                    <a:pt x="264942" y="68011"/>
                  </a:cubicBezTo>
                  <a:lnTo>
                    <a:pt x="101309" y="511"/>
                  </a:lnTo>
                  <a:cubicBezTo>
                    <a:pt x="97862" y="-910"/>
                    <a:pt x="93916" y="732"/>
                    <a:pt x="92495" y="4179"/>
                  </a:cubicBezTo>
                  <a:cubicBezTo>
                    <a:pt x="92495" y="4180"/>
                    <a:pt x="92494" y="4182"/>
                    <a:pt x="92493" y="4183"/>
                  </a:cubicBezTo>
                  <a:lnTo>
                    <a:pt x="72182" y="53553"/>
                  </a:lnTo>
                  <a:cubicBezTo>
                    <a:pt x="58463" y="35982"/>
                    <a:pt x="33097" y="32859"/>
                    <a:pt x="15526" y="46579"/>
                  </a:cubicBezTo>
                  <a:cubicBezTo>
                    <a:pt x="-2046" y="60299"/>
                    <a:pt x="-5169" y="85665"/>
                    <a:pt x="8551" y="103236"/>
                  </a:cubicBezTo>
                  <a:cubicBezTo>
                    <a:pt x="13186" y="109172"/>
                    <a:pt x="19389" y="113693"/>
                    <a:pt x="26458" y="116287"/>
                  </a:cubicBezTo>
                  <a:cubicBezTo>
                    <a:pt x="32610" y="118578"/>
                    <a:pt x="39256" y="119209"/>
                    <a:pt x="45729" y="118117"/>
                  </a:cubicBezTo>
                  <a:lnTo>
                    <a:pt x="25081" y="167054"/>
                  </a:lnTo>
                  <a:cubicBezTo>
                    <a:pt x="23634" y="170490"/>
                    <a:pt x="25247" y="174448"/>
                    <a:pt x="28683" y="175895"/>
                  </a:cubicBezTo>
                  <a:cubicBezTo>
                    <a:pt x="28706" y="175904"/>
                    <a:pt x="28729" y="175914"/>
                    <a:pt x="28753" y="175924"/>
                  </a:cubicBezTo>
                  <a:lnTo>
                    <a:pt x="87613" y="199927"/>
                  </a:lnTo>
                  <a:cubicBezTo>
                    <a:pt x="91066" y="201332"/>
                    <a:pt x="95004" y="199671"/>
                    <a:pt x="96409" y="196219"/>
                  </a:cubicBezTo>
                  <a:cubicBezTo>
                    <a:pt x="97201" y="194271"/>
                    <a:pt x="97041" y="192066"/>
                    <a:pt x="95976" y="190254"/>
                  </a:cubicBezTo>
                  <a:cubicBezTo>
                    <a:pt x="91427" y="182514"/>
                    <a:pt x="91172" y="172981"/>
                    <a:pt x="95301" y="165009"/>
                  </a:cubicBezTo>
                  <a:cubicBezTo>
                    <a:pt x="101662" y="149265"/>
                    <a:pt x="119582" y="141658"/>
                    <a:pt x="135326" y="148018"/>
                  </a:cubicBezTo>
                  <a:cubicBezTo>
                    <a:pt x="151070" y="154379"/>
                    <a:pt x="158677" y="172299"/>
                    <a:pt x="152316" y="188043"/>
                  </a:cubicBezTo>
                  <a:cubicBezTo>
                    <a:pt x="152227" y="188264"/>
                    <a:pt x="152135" y="188483"/>
                    <a:pt x="152042" y="188701"/>
                  </a:cubicBezTo>
                  <a:cubicBezTo>
                    <a:pt x="149475" y="197354"/>
                    <a:pt x="142698" y="204115"/>
                    <a:pt x="134039" y="206663"/>
                  </a:cubicBezTo>
                  <a:cubicBezTo>
                    <a:pt x="130418" y="207547"/>
                    <a:pt x="128199" y="211200"/>
                    <a:pt x="129084" y="214822"/>
                  </a:cubicBezTo>
                  <a:cubicBezTo>
                    <a:pt x="129601" y="216941"/>
                    <a:pt x="131110" y="218679"/>
                    <a:pt x="133135" y="219488"/>
                  </a:cubicBezTo>
                  <a:lnTo>
                    <a:pt x="192346" y="243653"/>
                  </a:lnTo>
                  <a:cubicBezTo>
                    <a:pt x="195790" y="245080"/>
                    <a:pt x="199739" y="243445"/>
                    <a:pt x="201165" y="240001"/>
                  </a:cubicBezTo>
                  <a:cubicBezTo>
                    <a:pt x="201166" y="239999"/>
                    <a:pt x="201167" y="239997"/>
                    <a:pt x="201168" y="239995"/>
                  </a:cubicBezTo>
                  <a:lnTo>
                    <a:pt x="268607" y="76800"/>
                  </a:lnTo>
                  <a:cubicBezTo>
                    <a:pt x="269284" y="75152"/>
                    <a:pt x="269282" y="73303"/>
                    <a:pt x="268601" y="71656"/>
                  </a:cubicBezTo>
                  <a:close/>
                  <a:moveTo>
                    <a:pt x="191259" y="228641"/>
                  </a:moveTo>
                  <a:lnTo>
                    <a:pt x="151677" y="212441"/>
                  </a:lnTo>
                  <a:cubicBezTo>
                    <a:pt x="157376" y="207369"/>
                    <a:pt x="161774" y="201003"/>
                    <a:pt x="164502" y="193879"/>
                  </a:cubicBezTo>
                  <a:cubicBezTo>
                    <a:pt x="173297" y="171076"/>
                    <a:pt x="161943" y="145460"/>
                    <a:pt x="139140" y="136665"/>
                  </a:cubicBezTo>
                  <a:cubicBezTo>
                    <a:pt x="116338" y="127869"/>
                    <a:pt x="90722" y="139225"/>
                    <a:pt x="81926" y="162027"/>
                  </a:cubicBezTo>
                  <a:cubicBezTo>
                    <a:pt x="79491" y="168341"/>
                    <a:pt x="78535" y="175130"/>
                    <a:pt x="79135" y="181870"/>
                  </a:cubicBezTo>
                  <a:lnTo>
                    <a:pt x="40187" y="165981"/>
                  </a:lnTo>
                  <a:lnTo>
                    <a:pt x="64366" y="108673"/>
                  </a:lnTo>
                  <a:cubicBezTo>
                    <a:pt x="65812" y="105237"/>
                    <a:pt x="64198" y="101279"/>
                    <a:pt x="60761" y="99834"/>
                  </a:cubicBezTo>
                  <a:cubicBezTo>
                    <a:pt x="58707" y="98970"/>
                    <a:pt x="56357" y="99175"/>
                    <a:pt x="54484" y="100384"/>
                  </a:cubicBezTo>
                  <a:cubicBezTo>
                    <a:pt x="47672" y="105146"/>
                    <a:pt x="38988" y="106344"/>
                    <a:pt x="31142" y="103604"/>
                  </a:cubicBezTo>
                  <a:cubicBezTo>
                    <a:pt x="17152" y="98439"/>
                    <a:pt x="9997" y="82910"/>
                    <a:pt x="15162" y="68919"/>
                  </a:cubicBezTo>
                  <a:cubicBezTo>
                    <a:pt x="20327" y="54929"/>
                    <a:pt x="35856" y="47774"/>
                    <a:pt x="49847" y="52939"/>
                  </a:cubicBezTo>
                  <a:cubicBezTo>
                    <a:pt x="57939" y="56204"/>
                    <a:pt x="64076" y="63014"/>
                    <a:pt x="66485" y="71400"/>
                  </a:cubicBezTo>
                  <a:cubicBezTo>
                    <a:pt x="67553" y="74972"/>
                    <a:pt x="71314" y="77002"/>
                    <a:pt x="74885" y="75935"/>
                  </a:cubicBezTo>
                  <a:cubicBezTo>
                    <a:pt x="76837" y="75351"/>
                    <a:pt x="78421" y="73918"/>
                    <a:pt x="79196" y="72034"/>
                  </a:cubicBezTo>
                  <a:lnTo>
                    <a:pt x="102436" y="15544"/>
                  </a:lnTo>
                  <a:lnTo>
                    <a:pt x="253575" y="77914"/>
                  </a:lnTo>
                  <a:close/>
                </a:path>
              </a:pathLst>
            </a:custGeom>
            <a:grpFill/>
            <a:ln w="6747" cap="flat">
              <a:noFill/>
              <a:prstDash val="solid"/>
              <a:miter/>
            </a:ln>
          </p:spPr>
          <p:txBody>
            <a:bodyPr rtlCol="0" anchor="ctr"/>
            <a:lstStyle/>
            <a:p>
              <a:endParaRPr lang="en-ID" sz="1200"/>
            </a:p>
          </p:txBody>
        </p:sp>
      </p:grpSp>
      <p:sp>
        <p:nvSpPr>
          <p:cNvPr id="38" name="Freeform: Shape 76">
            <a:extLst>
              <a:ext uri="{FF2B5EF4-FFF2-40B4-BE49-F238E27FC236}">
                <a16:creationId xmlns:a16="http://schemas.microsoft.com/office/drawing/2014/main" id="{ADA4F47D-58CF-69BB-1BE7-A80A7B28204C}"/>
              </a:ext>
            </a:extLst>
          </p:cNvPr>
          <p:cNvSpPr/>
          <p:nvPr/>
        </p:nvSpPr>
        <p:spPr>
          <a:xfrm>
            <a:off x="10382118" y="4238585"/>
            <a:ext cx="373588" cy="151199"/>
          </a:xfrm>
          <a:custGeom>
            <a:avLst/>
            <a:gdLst>
              <a:gd name="connsiteX0" fmla="*/ 556451 w 560382"/>
              <a:gd name="connsiteY0" fmla="*/ 31725 h 226799"/>
              <a:gd name="connsiteX1" fmla="*/ 547500 w 560382"/>
              <a:gd name="connsiteY1" fmla="*/ 35032 h 226799"/>
              <a:gd name="connsiteX2" fmla="*/ 526271 w 560382"/>
              <a:gd name="connsiteY2" fmla="*/ 81128 h 226799"/>
              <a:gd name="connsiteX3" fmla="*/ 526150 w 560382"/>
              <a:gd name="connsiteY3" fmla="*/ 81128 h 226799"/>
              <a:gd name="connsiteX4" fmla="*/ 417576 w 560382"/>
              <a:gd name="connsiteY4" fmla="*/ 0 h 226799"/>
              <a:gd name="connsiteX5" fmla="*/ 263926 w 560382"/>
              <a:gd name="connsiteY5" fmla="*/ 102377 h 226799"/>
              <a:gd name="connsiteX6" fmla="*/ 263831 w 560382"/>
              <a:gd name="connsiteY6" fmla="*/ 102391 h 226799"/>
              <a:gd name="connsiteX7" fmla="*/ 263818 w 560382"/>
              <a:gd name="connsiteY7" fmla="*/ 102377 h 226799"/>
              <a:gd name="connsiteX8" fmla="*/ 110174 w 560382"/>
              <a:gd name="connsiteY8" fmla="*/ 0 h 226799"/>
              <a:gd name="connsiteX9" fmla="*/ 48 w 560382"/>
              <a:gd name="connsiteY9" fmla="*/ 116674 h 226799"/>
              <a:gd name="connsiteX10" fmla="*/ 110174 w 560382"/>
              <a:gd name="connsiteY10" fmla="*/ 226800 h 226799"/>
              <a:gd name="connsiteX11" fmla="*/ 263824 w 560382"/>
              <a:gd name="connsiteY11" fmla="*/ 123619 h 226799"/>
              <a:gd name="connsiteX12" fmla="*/ 263909 w 560382"/>
              <a:gd name="connsiteY12" fmla="*/ 123603 h 226799"/>
              <a:gd name="connsiteX13" fmla="*/ 263926 w 560382"/>
              <a:gd name="connsiteY13" fmla="*/ 123619 h 226799"/>
              <a:gd name="connsiteX14" fmla="*/ 417576 w 560382"/>
              <a:gd name="connsiteY14" fmla="*/ 226800 h 226799"/>
              <a:gd name="connsiteX15" fmla="*/ 511894 w 560382"/>
              <a:gd name="connsiteY15" fmla="*/ 173171 h 226799"/>
              <a:gd name="connsiteX16" fmla="*/ 510613 w 560382"/>
              <a:gd name="connsiteY16" fmla="*/ 163712 h 226799"/>
              <a:gd name="connsiteX17" fmla="*/ 501153 w 560382"/>
              <a:gd name="connsiteY17" fmla="*/ 164993 h 226799"/>
              <a:gd name="connsiteX18" fmla="*/ 500905 w 560382"/>
              <a:gd name="connsiteY18" fmla="*/ 165341 h 226799"/>
              <a:gd name="connsiteX19" fmla="*/ 417576 w 560382"/>
              <a:gd name="connsiteY19" fmla="*/ 213300 h 226799"/>
              <a:gd name="connsiteX20" fmla="*/ 272620 w 560382"/>
              <a:gd name="connsiteY20" fmla="*/ 113049 h 226799"/>
              <a:gd name="connsiteX21" fmla="*/ 272620 w 560382"/>
              <a:gd name="connsiteY21" fmla="*/ 112955 h 226799"/>
              <a:gd name="connsiteX22" fmla="*/ 417576 w 560382"/>
              <a:gd name="connsiteY22" fmla="*/ 13493 h 226799"/>
              <a:gd name="connsiteX23" fmla="*/ 514384 w 560382"/>
              <a:gd name="connsiteY23" fmla="*/ 88594 h 226799"/>
              <a:gd name="connsiteX24" fmla="*/ 514283 w 560382"/>
              <a:gd name="connsiteY24" fmla="*/ 88682 h 226799"/>
              <a:gd name="connsiteX25" fmla="*/ 464299 w 560382"/>
              <a:gd name="connsiteY25" fmla="*/ 65664 h 226799"/>
              <a:gd name="connsiteX26" fmla="*/ 455346 w 560382"/>
              <a:gd name="connsiteY26" fmla="*/ 68975 h 226799"/>
              <a:gd name="connsiteX27" fmla="*/ 458657 w 560382"/>
              <a:gd name="connsiteY27" fmla="*/ 77929 h 226799"/>
              <a:gd name="connsiteX28" fmla="*/ 521789 w 560382"/>
              <a:gd name="connsiteY28" fmla="*/ 107001 h 226799"/>
              <a:gd name="connsiteX29" fmla="*/ 530740 w 560382"/>
              <a:gd name="connsiteY29" fmla="*/ 103694 h 226799"/>
              <a:gd name="connsiteX30" fmla="*/ 559765 w 560382"/>
              <a:gd name="connsiteY30" fmla="*/ 40676 h 226799"/>
              <a:gd name="connsiteX31" fmla="*/ 556451 w 560382"/>
              <a:gd name="connsiteY31" fmla="*/ 31725 h 226799"/>
              <a:gd name="connsiteX32" fmla="*/ 110174 w 560382"/>
              <a:gd name="connsiteY32" fmla="*/ 213300 h 226799"/>
              <a:gd name="connsiteX33" fmla="*/ 13559 w 560382"/>
              <a:gd name="connsiteY33" fmla="*/ 110115 h 226799"/>
              <a:gd name="connsiteX34" fmla="*/ 110174 w 560382"/>
              <a:gd name="connsiteY34" fmla="*/ 13500 h 226799"/>
              <a:gd name="connsiteX35" fmla="*/ 255130 w 560382"/>
              <a:gd name="connsiteY35" fmla="*/ 112961 h 226799"/>
              <a:gd name="connsiteX36" fmla="*/ 255130 w 560382"/>
              <a:gd name="connsiteY36" fmla="*/ 113056 h 226799"/>
              <a:gd name="connsiteX37" fmla="*/ 110174 w 560382"/>
              <a:gd name="connsiteY37" fmla="*/ 213307 h 226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0382" h="226799">
                <a:moveTo>
                  <a:pt x="556451" y="31725"/>
                </a:moveTo>
                <a:cubicBezTo>
                  <a:pt x="553065" y="30168"/>
                  <a:pt x="549059" y="31649"/>
                  <a:pt x="547500" y="35032"/>
                </a:cubicBezTo>
                <a:lnTo>
                  <a:pt x="526271" y="81128"/>
                </a:lnTo>
                <a:cubicBezTo>
                  <a:pt x="526231" y="81209"/>
                  <a:pt x="526177" y="81209"/>
                  <a:pt x="526150" y="81128"/>
                </a:cubicBezTo>
                <a:cubicBezTo>
                  <a:pt x="511374" y="33407"/>
                  <a:pt x="467528" y="645"/>
                  <a:pt x="417576" y="0"/>
                </a:cubicBezTo>
                <a:cubicBezTo>
                  <a:pt x="362854" y="0"/>
                  <a:pt x="316326" y="40790"/>
                  <a:pt x="263926" y="102377"/>
                </a:cubicBezTo>
                <a:cubicBezTo>
                  <a:pt x="263903" y="102407"/>
                  <a:pt x="263861" y="102413"/>
                  <a:pt x="263831" y="102391"/>
                </a:cubicBezTo>
                <a:cubicBezTo>
                  <a:pt x="263826" y="102387"/>
                  <a:pt x="263822" y="102383"/>
                  <a:pt x="263818" y="102377"/>
                </a:cubicBezTo>
                <a:cubicBezTo>
                  <a:pt x="211390" y="40790"/>
                  <a:pt x="164890" y="0"/>
                  <a:pt x="110174" y="0"/>
                </a:cubicBezTo>
                <a:cubicBezTo>
                  <a:pt x="47545" y="1808"/>
                  <a:pt x="-1760" y="54045"/>
                  <a:pt x="48" y="116674"/>
                </a:cubicBezTo>
                <a:cubicBezTo>
                  <a:pt x="1783" y="176762"/>
                  <a:pt x="50086" y="225065"/>
                  <a:pt x="110174" y="226800"/>
                </a:cubicBezTo>
                <a:cubicBezTo>
                  <a:pt x="164390" y="226800"/>
                  <a:pt x="207941" y="189000"/>
                  <a:pt x="263824" y="123619"/>
                </a:cubicBezTo>
                <a:cubicBezTo>
                  <a:pt x="263843" y="123592"/>
                  <a:pt x="263881" y="123584"/>
                  <a:pt x="263909" y="123603"/>
                </a:cubicBezTo>
                <a:cubicBezTo>
                  <a:pt x="263916" y="123607"/>
                  <a:pt x="263921" y="123613"/>
                  <a:pt x="263926" y="123619"/>
                </a:cubicBezTo>
                <a:cubicBezTo>
                  <a:pt x="319802" y="189000"/>
                  <a:pt x="363353" y="226800"/>
                  <a:pt x="417576" y="226800"/>
                </a:cubicBezTo>
                <a:cubicBezTo>
                  <a:pt x="454303" y="226800"/>
                  <a:pt x="486919" y="208251"/>
                  <a:pt x="511894" y="173171"/>
                </a:cubicBezTo>
                <a:cubicBezTo>
                  <a:pt x="514152" y="170205"/>
                  <a:pt x="513579" y="165970"/>
                  <a:pt x="510613" y="163712"/>
                </a:cubicBezTo>
                <a:cubicBezTo>
                  <a:pt x="507647" y="161453"/>
                  <a:pt x="503412" y="162027"/>
                  <a:pt x="501153" y="164993"/>
                </a:cubicBezTo>
                <a:cubicBezTo>
                  <a:pt x="501067" y="165106"/>
                  <a:pt x="500984" y="165222"/>
                  <a:pt x="500905" y="165341"/>
                </a:cubicBezTo>
                <a:cubicBezTo>
                  <a:pt x="485326" y="187218"/>
                  <a:pt x="458224" y="213300"/>
                  <a:pt x="417576" y="213300"/>
                </a:cubicBezTo>
                <a:cubicBezTo>
                  <a:pt x="368024" y="213300"/>
                  <a:pt x="326714" y="176587"/>
                  <a:pt x="272620" y="113049"/>
                </a:cubicBezTo>
                <a:lnTo>
                  <a:pt x="272620" y="112955"/>
                </a:lnTo>
                <a:cubicBezTo>
                  <a:pt x="323279" y="53163"/>
                  <a:pt x="367464" y="13493"/>
                  <a:pt x="417576" y="13493"/>
                </a:cubicBezTo>
                <a:cubicBezTo>
                  <a:pt x="462802" y="14649"/>
                  <a:pt x="502023" y="45075"/>
                  <a:pt x="514384" y="88594"/>
                </a:cubicBezTo>
                <a:cubicBezTo>
                  <a:pt x="514384" y="88682"/>
                  <a:pt x="514384" y="88715"/>
                  <a:pt x="514283" y="88682"/>
                </a:cubicBezTo>
                <a:lnTo>
                  <a:pt x="464299" y="65664"/>
                </a:lnTo>
                <a:cubicBezTo>
                  <a:pt x="460913" y="64105"/>
                  <a:pt x="456904" y="65588"/>
                  <a:pt x="455346" y="68975"/>
                </a:cubicBezTo>
                <a:cubicBezTo>
                  <a:pt x="453787" y="72362"/>
                  <a:pt x="455269" y="76370"/>
                  <a:pt x="458657" y="77929"/>
                </a:cubicBezTo>
                <a:lnTo>
                  <a:pt x="521789" y="107001"/>
                </a:lnTo>
                <a:cubicBezTo>
                  <a:pt x="525174" y="108558"/>
                  <a:pt x="529181" y="107077"/>
                  <a:pt x="530740" y="103694"/>
                </a:cubicBezTo>
                <a:lnTo>
                  <a:pt x="559765" y="40676"/>
                </a:lnTo>
                <a:cubicBezTo>
                  <a:pt x="561321" y="37288"/>
                  <a:pt x="559837" y="33282"/>
                  <a:pt x="556451" y="31725"/>
                </a:cubicBezTo>
                <a:close/>
                <a:moveTo>
                  <a:pt x="110174" y="213300"/>
                </a:moveTo>
                <a:cubicBezTo>
                  <a:pt x="55001" y="211486"/>
                  <a:pt x="11745" y="165288"/>
                  <a:pt x="13559" y="110115"/>
                </a:cubicBezTo>
                <a:cubicBezTo>
                  <a:pt x="15290" y="57490"/>
                  <a:pt x="57549" y="15231"/>
                  <a:pt x="110174" y="13500"/>
                </a:cubicBezTo>
                <a:cubicBezTo>
                  <a:pt x="160286" y="13500"/>
                  <a:pt x="204465" y="53170"/>
                  <a:pt x="255130" y="112961"/>
                </a:cubicBezTo>
                <a:lnTo>
                  <a:pt x="255130" y="113056"/>
                </a:lnTo>
                <a:cubicBezTo>
                  <a:pt x="201036" y="176593"/>
                  <a:pt x="159726" y="213307"/>
                  <a:pt x="110174" y="213307"/>
                </a:cubicBezTo>
                <a:close/>
              </a:path>
            </a:pathLst>
          </a:custGeom>
          <a:solidFill>
            <a:schemeClr val="bg1"/>
          </a:solidFill>
          <a:ln w="6747" cap="flat">
            <a:noFill/>
            <a:prstDash val="solid"/>
            <a:miter/>
          </a:ln>
        </p:spPr>
        <p:txBody>
          <a:bodyPr rtlCol="0" anchor="ctr"/>
          <a:lstStyle/>
          <a:p>
            <a:endParaRPr lang="en-ID" sz="1200"/>
          </a:p>
        </p:txBody>
      </p:sp>
      <p:grpSp>
        <p:nvGrpSpPr>
          <p:cNvPr id="39" name="Graphic 87" descr="Web cam outline">
            <a:extLst>
              <a:ext uri="{FF2B5EF4-FFF2-40B4-BE49-F238E27FC236}">
                <a16:creationId xmlns:a16="http://schemas.microsoft.com/office/drawing/2014/main" id="{C838A54F-BEC4-8789-5FAC-3810A6827A28}"/>
              </a:ext>
            </a:extLst>
          </p:cNvPr>
          <p:cNvGrpSpPr/>
          <p:nvPr/>
        </p:nvGrpSpPr>
        <p:grpSpPr>
          <a:xfrm>
            <a:off x="10428664" y="2361247"/>
            <a:ext cx="252053" cy="310543"/>
            <a:chOff x="15642996" y="4164440"/>
            <a:chExt cx="378080" cy="465814"/>
          </a:xfrm>
          <a:solidFill>
            <a:schemeClr val="bg1"/>
          </a:solidFill>
        </p:grpSpPr>
        <p:sp>
          <p:nvSpPr>
            <p:cNvPr id="40" name="Freeform: Shape 37">
              <a:extLst>
                <a:ext uri="{FF2B5EF4-FFF2-40B4-BE49-F238E27FC236}">
                  <a16:creationId xmlns:a16="http://schemas.microsoft.com/office/drawing/2014/main" id="{79359C0F-D897-4F68-C4D7-39EB84603E39}"/>
                </a:ext>
              </a:extLst>
            </p:cNvPr>
            <p:cNvSpPr/>
            <p:nvPr/>
          </p:nvSpPr>
          <p:spPr>
            <a:xfrm>
              <a:off x="15778037" y="4299505"/>
              <a:ext cx="108000" cy="108000"/>
            </a:xfrm>
            <a:custGeom>
              <a:avLst/>
              <a:gdLst>
                <a:gd name="connsiteX0" fmla="*/ 108000 w 108000"/>
                <a:gd name="connsiteY0" fmla="*/ 54000 h 108000"/>
                <a:gd name="connsiteX1" fmla="*/ 54000 w 108000"/>
                <a:gd name="connsiteY1" fmla="*/ 0 h 108000"/>
                <a:gd name="connsiteX2" fmla="*/ 0 w 108000"/>
                <a:gd name="connsiteY2" fmla="*/ 54000 h 108000"/>
                <a:gd name="connsiteX3" fmla="*/ 54000 w 108000"/>
                <a:gd name="connsiteY3" fmla="*/ 108000 h 108000"/>
                <a:gd name="connsiteX4" fmla="*/ 108000 w 108000"/>
                <a:gd name="connsiteY4" fmla="*/ 54000 h 108000"/>
                <a:gd name="connsiteX5" fmla="*/ 13500 w 108000"/>
                <a:gd name="connsiteY5" fmla="*/ 54000 h 108000"/>
                <a:gd name="connsiteX6" fmla="*/ 54000 w 108000"/>
                <a:gd name="connsiteY6" fmla="*/ 13500 h 108000"/>
                <a:gd name="connsiteX7" fmla="*/ 94500 w 108000"/>
                <a:gd name="connsiteY7" fmla="*/ 54000 h 108000"/>
                <a:gd name="connsiteX8" fmla="*/ 54000 w 108000"/>
                <a:gd name="connsiteY8" fmla="*/ 94500 h 108000"/>
                <a:gd name="connsiteX9" fmla="*/ 13500 w 108000"/>
                <a:gd name="connsiteY9" fmla="*/ 5400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000" h="108000">
                  <a:moveTo>
                    <a:pt x="108000" y="54000"/>
                  </a:moveTo>
                  <a:cubicBezTo>
                    <a:pt x="108000" y="24176"/>
                    <a:pt x="83824" y="0"/>
                    <a:pt x="54000" y="0"/>
                  </a:cubicBezTo>
                  <a:cubicBezTo>
                    <a:pt x="24176" y="0"/>
                    <a:pt x="0" y="24176"/>
                    <a:pt x="0" y="54000"/>
                  </a:cubicBezTo>
                  <a:cubicBezTo>
                    <a:pt x="0" y="83824"/>
                    <a:pt x="24176" y="108000"/>
                    <a:pt x="54000" y="108000"/>
                  </a:cubicBezTo>
                  <a:cubicBezTo>
                    <a:pt x="83809" y="107966"/>
                    <a:pt x="107966" y="83809"/>
                    <a:pt x="108000" y="54000"/>
                  </a:cubicBezTo>
                  <a:close/>
                  <a:moveTo>
                    <a:pt x="13500" y="54000"/>
                  </a:moveTo>
                  <a:cubicBezTo>
                    <a:pt x="13500" y="31633"/>
                    <a:pt x="31633" y="13500"/>
                    <a:pt x="54000" y="13500"/>
                  </a:cubicBezTo>
                  <a:cubicBezTo>
                    <a:pt x="76367" y="13500"/>
                    <a:pt x="94500" y="31633"/>
                    <a:pt x="94500" y="54000"/>
                  </a:cubicBezTo>
                  <a:cubicBezTo>
                    <a:pt x="94500" y="76367"/>
                    <a:pt x="76367" y="94500"/>
                    <a:pt x="54000" y="94500"/>
                  </a:cubicBezTo>
                  <a:cubicBezTo>
                    <a:pt x="31642" y="94478"/>
                    <a:pt x="13522" y="76358"/>
                    <a:pt x="13500" y="54000"/>
                  </a:cubicBezTo>
                  <a:close/>
                </a:path>
              </a:pathLst>
            </a:custGeom>
            <a:solidFill>
              <a:schemeClr val="bg1"/>
            </a:solidFill>
            <a:ln w="6747" cap="flat">
              <a:noFill/>
              <a:prstDash val="solid"/>
              <a:miter/>
            </a:ln>
          </p:spPr>
          <p:txBody>
            <a:bodyPr rtlCol="0" anchor="ctr"/>
            <a:lstStyle/>
            <a:p>
              <a:endParaRPr lang="en-ID" sz="1200"/>
            </a:p>
          </p:txBody>
        </p:sp>
        <p:sp>
          <p:nvSpPr>
            <p:cNvPr id="41" name="Freeform: Shape 38">
              <a:extLst>
                <a:ext uri="{FF2B5EF4-FFF2-40B4-BE49-F238E27FC236}">
                  <a16:creationId xmlns:a16="http://schemas.microsoft.com/office/drawing/2014/main" id="{3FD211EF-1496-91F9-DF59-027F21BD90BA}"/>
                </a:ext>
              </a:extLst>
            </p:cNvPr>
            <p:cNvSpPr/>
            <p:nvPr/>
          </p:nvSpPr>
          <p:spPr>
            <a:xfrm>
              <a:off x="15642996" y="4164440"/>
              <a:ext cx="378080" cy="465814"/>
            </a:xfrm>
            <a:custGeom>
              <a:avLst/>
              <a:gdLst>
                <a:gd name="connsiteX0" fmla="*/ 327017 w 378080"/>
                <a:gd name="connsiteY0" fmla="*/ 416607 h 465814"/>
                <a:gd name="connsiteX1" fmla="*/ 229540 w 378080"/>
                <a:gd name="connsiteY1" fmla="*/ 405773 h 465814"/>
                <a:gd name="connsiteX2" fmla="*/ 229540 w 378080"/>
                <a:gd name="connsiteY2" fmla="*/ 373650 h 465814"/>
                <a:gd name="connsiteX3" fmla="*/ 373650 w 378080"/>
                <a:gd name="connsiteY3" fmla="*/ 148540 h 465814"/>
                <a:gd name="connsiteX4" fmla="*/ 148540 w 378080"/>
                <a:gd name="connsiteY4" fmla="*/ 4430 h 465814"/>
                <a:gd name="connsiteX5" fmla="*/ 4430 w 378080"/>
                <a:gd name="connsiteY5" fmla="*/ 229540 h 465814"/>
                <a:gd name="connsiteX6" fmla="*/ 148540 w 378080"/>
                <a:gd name="connsiteY6" fmla="*/ 373650 h 465814"/>
                <a:gd name="connsiteX7" fmla="*/ 148540 w 378080"/>
                <a:gd name="connsiteY7" fmla="*/ 405773 h 465814"/>
                <a:gd name="connsiteX8" fmla="*/ 51063 w 378080"/>
                <a:gd name="connsiteY8" fmla="*/ 416573 h 465814"/>
                <a:gd name="connsiteX9" fmla="*/ 27040 w 378080"/>
                <a:gd name="connsiteY9" fmla="*/ 443438 h 465814"/>
                <a:gd name="connsiteX10" fmla="*/ 27040 w 378080"/>
                <a:gd name="connsiteY10" fmla="*/ 465814 h 465814"/>
                <a:gd name="connsiteX11" fmla="*/ 351040 w 378080"/>
                <a:gd name="connsiteY11" fmla="*/ 465814 h 465814"/>
                <a:gd name="connsiteX12" fmla="*/ 351040 w 378080"/>
                <a:gd name="connsiteY12" fmla="*/ 443438 h 465814"/>
                <a:gd name="connsiteX13" fmla="*/ 327017 w 378080"/>
                <a:gd name="connsiteY13" fmla="*/ 416607 h 465814"/>
                <a:gd name="connsiteX14" fmla="*/ 13540 w 378080"/>
                <a:gd name="connsiteY14" fmla="*/ 189064 h 465814"/>
                <a:gd name="connsiteX15" fmla="*/ 189040 w 378080"/>
                <a:gd name="connsiteY15" fmla="*/ 13564 h 465814"/>
                <a:gd name="connsiteX16" fmla="*/ 364540 w 378080"/>
                <a:gd name="connsiteY16" fmla="*/ 189064 h 465814"/>
                <a:gd name="connsiteX17" fmla="*/ 189040 w 378080"/>
                <a:gd name="connsiteY17" fmla="*/ 364564 h 465814"/>
                <a:gd name="connsiteX18" fmla="*/ 13540 w 378080"/>
                <a:gd name="connsiteY18" fmla="*/ 189064 h 465814"/>
                <a:gd name="connsiteX19" fmla="*/ 337540 w 378080"/>
                <a:gd name="connsiteY19" fmla="*/ 452314 h 465814"/>
                <a:gd name="connsiteX20" fmla="*/ 40540 w 378080"/>
                <a:gd name="connsiteY20" fmla="*/ 452314 h 465814"/>
                <a:gd name="connsiteX21" fmla="*/ 40540 w 378080"/>
                <a:gd name="connsiteY21" fmla="*/ 443438 h 465814"/>
                <a:gd name="connsiteX22" fmla="*/ 52548 w 378080"/>
                <a:gd name="connsiteY22" fmla="*/ 430039 h 465814"/>
                <a:gd name="connsiteX23" fmla="*/ 162040 w 378080"/>
                <a:gd name="connsiteY23" fmla="*/ 417889 h 465814"/>
                <a:gd name="connsiteX24" fmla="*/ 162040 w 378080"/>
                <a:gd name="connsiteY24" fmla="*/ 376107 h 465814"/>
                <a:gd name="connsiteX25" fmla="*/ 216040 w 378080"/>
                <a:gd name="connsiteY25" fmla="*/ 376107 h 465814"/>
                <a:gd name="connsiteX26" fmla="*/ 216040 w 378080"/>
                <a:gd name="connsiteY26" fmla="*/ 417889 h 465814"/>
                <a:gd name="connsiteX27" fmla="*/ 325532 w 378080"/>
                <a:gd name="connsiteY27" fmla="*/ 430039 h 465814"/>
                <a:gd name="connsiteX28" fmla="*/ 337540 w 378080"/>
                <a:gd name="connsiteY28" fmla="*/ 443438 h 46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78080" h="465814">
                  <a:moveTo>
                    <a:pt x="327017" y="416607"/>
                  </a:moveTo>
                  <a:lnTo>
                    <a:pt x="229540" y="405773"/>
                  </a:lnTo>
                  <a:lnTo>
                    <a:pt x="229540" y="373650"/>
                  </a:lnTo>
                  <a:cubicBezTo>
                    <a:pt x="331497" y="351282"/>
                    <a:pt x="396017" y="250497"/>
                    <a:pt x="373650" y="148540"/>
                  </a:cubicBezTo>
                  <a:cubicBezTo>
                    <a:pt x="351282" y="46583"/>
                    <a:pt x="250497" y="-17937"/>
                    <a:pt x="148540" y="4430"/>
                  </a:cubicBezTo>
                  <a:cubicBezTo>
                    <a:pt x="46583" y="26798"/>
                    <a:pt x="-17937" y="127583"/>
                    <a:pt x="4430" y="229540"/>
                  </a:cubicBezTo>
                  <a:cubicBezTo>
                    <a:pt x="20235" y="301580"/>
                    <a:pt x="76500" y="357845"/>
                    <a:pt x="148540" y="373650"/>
                  </a:cubicBezTo>
                  <a:lnTo>
                    <a:pt x="148540" y="405773"/>
                  </a:lnTo>
                  <a:lnTo>
                    <a:pt x="51063" y="416573"/>
                  </a:lnTo>
                  <a:cubicBezTo>
                    <a:pt x="37376" y="418091"/>
                    <a:pt x="27025" y="429667"/>
                    <a:pt x="27040" y="443438"/>
                  </a:cubicBezTo>
                  <a:lnTo>
                    <a:pt x="27040" y="465814"/>
                  </a:lnTo>
                  <a:lnTo>
                    <a:pt x="351040" y="465814"/>
                  </a:lnTo>
                  <a:lnTo>
                    <a:pt x="351040" y="443438"/>
                  </a:lnTo>
                  <a:cubicBezTo>
                    <a:pt x="351038" y="429680"/>
                    <a:pt x="340691" y="418124"/>
                    <a:pt x="327017" y="416607"/>
                  </a:cubicBezTo>
                  <a:close/>
                  <a:moveTo>
                    <a:pt x="13540" y="189064"/>
                  </a:moveTo>
                  <a:cubicBezTo>
                    <a:pt x="13540" y="92138"/>
                    <a:pt x="92114" y="13564"/>
                    <a:pt x="189040" y="13564"/>
                  </a:cubicBezTo>
                  <a:cubicBezTo>
                    <a:pt x="285966" y="13564"/>
                    <a:pt x="364540" y="92138"/>
                    <a:pt x="364540" y="189064"/>
                  </a:cubicBezTo>
                  <a:cubicBezTo>
                    <a:pt x="364540" y="285990"/>
                    <a:pt x="285966" y="364564"/>
                    <a:pt x="189040" y="364564"/>
                  </a:cubicBezTo>
                  <a:cubicBezTo>
                    <a:pt x="92159" y="364456"/>
                    <a:pt x="13648" y="285946"/>
                    <a:pt x="13540" y="189064"/>
                  </a:cubicBezTo>
                  <a:close/>
                  <a:moveTo>
                    <a:pt x="337540" y="452314"/>
                  </a:moveTo>
                  <a:lnTo>
                    <a:pt x="40540" y="452314"/>
                  </a:lnTo>
                  <a:lnTo>
                    <a:pt x="40540" y="443438"/>
                  </a:lnTo>
                  <a:cubicBezTo>
                    <a:pt x="40550" y="436567"/>
                    <a:pt x="45719" y="430799"/>
                    <a:pt x="52548" y="430039"/>
                  </a:cubicBezTo>
                  <a:lnTo>
                    <a:pt x="162040" y="417889"/>
                  </a:lnTo>
                  <a:lnTo>
                    <a:pt x="162040" y="376107"/>
                  </a:lnTo>
                  <a:cubicBezTo>
                    <a:pt x="179945" y="378717"/>
                    <a:pt x="198135" y="378717"/>
                    <a:pt x="216040" y="376107"/>
                  </a:cubicBezTo>
                  <a:lnTo>
                    <a:pt x="216040" y="417889"/>
                  </a:lnTo>
                  <a:lnTo>
                    <a:pt x="325532" y="430039"/>
                  </a:lnTo>
                  <a:cubicBezTo>
                    <a:pt x="332362" y="430799"/>
                    <a:pt x="337531" y="436567"/>
                    <a:pt x="337540" y="443438"/>
                  </a:cubicBezTo>
                  <a:close/>
                </a:path>
              </a:pathLst>
            </a:custGeom>
            <a:solidFill>
              <a:schemeClr val="bg1"/>
            </a:solidFill>
            <a:ln w="6747" cap="flat">
              <a:noFill/>
              <a:prstDash val="solid"/>
              <a:miter/>
            </a:ln>
          </p:spPr>
          <p:txBody>
            <a:bodyPr rtlCol="0" anchor="ctr"/>
            <a:lstStyle/>
            <a:p>
              <a:endParaRPr lang="en-ID" sz="1200"/>
            </a:p>
          </p:txBody>
        </p:sp>
        <p:sp>
          <p:nvSpPr>
            <p:cNvPr id="42" name="Freeform: Shape 43">
              <a:extLst>
                <a:ext uri="{FF2B5EF4-FFF2-40B4-BE49-F238E27FC236}">
                  <a16:creationId xmlns:a16="http://schemas.microsoft.com/office/drawing/2014/main" id="{7C70A323-EFAD-12F9-A8E0-C9B4A00B6D32}"/>
                </a:ext>
              </a:extLst>
            </p:cNvPr>
            <p:cNvSpPr/>
            <p:nvPr/>
          </p:nvSpPr>
          <p:spPr>
            <a:xfrm>
              <a:off x="15818537" y="4205005"/>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43" name="Freeform: Shape 44">
              <a:extLst>
                <a:ext uri="{FF2B5EF4-FFF2-40B4-BE49-F238E27FC236}">
                  <a16:creationId xmlns:a16="http://schemas.microsoft.com/office/drawing/2014/main" id="{574362D4-08E4-64C5-8632-45DCC4A1EE10}"/>
                </a:ext>
              </a:extLst>
            </p:cNvPr>
            <p:cNvSpPr/>
            <p:nvPr/>
          </p:nvSpPr>
          <p:spPr>
            <a:xfrm>
              <a:off x="15737537" y="4259005"/>
              <a:ext cx="189000" cy="189000"/>
            </a:xfrm>
            <a:custGeom>
              <a:avLst/>
              <a:gdLst>
                <a:gd name="connsiteX0" fmla="*/ 189000 w 189000"/>
                <a:gd name="connsiteY0" fmla="*/ 94500 h 189000"/>
                <a:gd name="connsiteX1" fmla="*/ 94500 w 189000"/>
                <a:gd name="connsiteY1" fmla="*/ 0 h 189000"/>
                <a:gd name="connsiteX2" fmla="*/ 0 w 189000"/>
                <a:gd name="connsiteY2" fmla="*/ 94500 h 189000"/>
                <a:gd name="connsiteX3" fmla="*/ 94500 w 189000"/>
                <a:gd name="connsiteY3" fmla="*/ 189000 h 189000"/>
                <a:gd name="connsiteX4" fmla="*/ 189000 w 189000"/>
                <a:gd name="connsiteY4" fmla="*/ 94500 h 189000"/>
                <a:gd name="connsiteX5" fmla="*/ 13500 w 189000"/>
                <a:gd name="connsiteY5" fmla="*/ 94500 h 189000"/>
                <a:gd name="connsiteX6" fmla="*/ 94500 w 189000"/>
                <a:gd name="connsiteY6" fmla="*/ 13500 h 189000"/>
                <a:gd name="connsiteX7" fmla="*/ 175500 w 189000"/>
                <a:gd name="connsiteY7" fmla="*/ 94500 h 189000"/>
                <a:gd name="connsiteX8" fmla="*/ 94500 w 189000"/>
                <a:gd name="connsiteY8" fmla="*/ 175500 h 189000"/>
                <a:gd name="connsiteX9" fmla="*/ 13500 w 189000"/>
                <a:gd name="connsiteY9" fmla="*/ 94500 h 1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000" h="189000">
                  <a:moveTo>
                    <a:pt x="189000" y="94500"/>
                  </a:moveTo>
                  <a:cubicBezTo>
                    <a:pt x="189000" y="42309"/>
                    <a:pt x="146691" y="0"/>
                    <a:pt x="94500" y="0"/>
                  </a:cubicBezTo>
                  <a:cubicBezTo>
                    <a:pt x="42309" y="0"/>
                    <a:pt x="0" y="42309"/>
                    <a:pt x="0" y="94500"/>
                  </a:cubicBezTo>
                  <a:cubicBezTo>
                    <a:pt x="0" y="146691"/>
                    <a:pt x="42309" y="189000"/>
                    <a:pt x="94500" y="189000"/>
                  </a:cubicBezTo>
                  <a:cubicBezTo>
                    <a:pt x="146668" y="188944"/>
                    <a:pt x="188944" y="146668"/>
                    <a:pt x="189000" y="94500"/>
                  </a:cubicBezTo>
                  <a:close/>
                  <a:moveTo>
                    <a:pt x="13500" y="94500"/>
                  </a:moveTo>
                  <a:cubicBezTo>
                    <a:pt x="13500" y="49765"/>
                    <a:pt x="49765" y="13500"/>
                    <a:pt x="94500" y="13500"/>
                  </a:cubicBezTo>
                  <a:cubicBezTo>
                    <a:pt x="139235" y="13500"/>
                    <a:pt x="175500" y="49765"/>
                    <a:pt x="175500" y="94500"/>
                  </a:cubicBezTo>
                  <a:cubicBezTo>
                    <a:pt x="175500" y="139235"/>
                    <a:pt x="139235" y="175500"/>
                    <a:pt x="94500" y="175500"/>
                  </a:cubicBezTo>
                  <a:cubicBezTo>
                    <a:pt x="49785" y="175451"/>
                    <a:pt x="13549" y="139215"/>
                    <a:pt x="13500" y="94500"/>
                  </a:cubicBezTo>
                  <a:close/>
                </a:path>
              </a:pathLst>
            </a:custGeom>
            <a:solidFill>
              <a:schemeClr val="bg1"/>
            </a:solidFill>
            <a:ln w="6747" cap="flat">
              <a:noFill/>
              <a:prstDash val="solid"/>
              <a:miter/>
            </a:ln>
          </p:spPr>
          <p:txBody>
            <a:bodyPr rtlCol="0" anchor="ctr"/>
            <a:lstStyle/>
            <a:p>
              <a:endParaRPr lang="en-ID" sz="1200"/>
            </a:p>
          </p:txBody>
        </p:sp>
      </p:grpSp>
      <p:grpSp>
        <p:nvGrpSpPr>
          <p:cNvPr id="44" name="Graphic 88" descr="Ui Ux outline">
            <a:extLst>
              <a:ext uri="{FF2B5EF4-FFF2-40B4-BE49-F238E27FC236}">
                <a16:creationId xmlns:a16="http://schemas.microsoft.com/office/drawing/2014/main" id="{079BAF36-D757-3121-B92B-016968A76DCB}"/>
              </a:ext>
            </a:extLst>
          </p:cNvPr>
          <p:cNvGrpSpPr/>
          <p:nvPr/>
        </p:nvGrpSpPr>
        <p:grpSpPr>
          <a:xfrm>
            <a:off x="3593547" y="4214284"/>
            <a:ext cx="414000" cy="333000"/>
            <a:chOff x="5390321" y="6943995"/>
            <a:chExt cx="621000" cy="499500"/>
          </a:xfrm>
          <a:solidFill>
            <a:schemeClr val="bg1"/>
          </a:solidFill>
        </p:grpSpPr>
        <p:sp>
          <p:nvSpPr>
            <p:cNvPr id="45" name="Freeform: Shape 46">
              <a:extLst>
                <a:ext uri="{FF2B5EF4-FFF2-40B4-BE49-F238E27FC236}">
                  <a16:creationId xmlns:a16="http://schemas.microsoft.com/office/drawing/2014/main" id="{D084C55D-9A13-4704-143D-B9C7E3012C70}"/>
                </a:ext>
              </a:extLst>
            </p:cNvPr>
            <p:cNvSpPr/>
            <p:nvPr/>
          </p:nvSpPr>
          <p:spPr>
            <a:xfrm>
              <a:off x="5997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46" name="Freeform: Shape 47">
              <a:extLst>
                <a:ext uri="{FF2B5EF4-FFF2-40B4-BE49-F238E27FC236}">
                  <a16:creationId xmlns:a16="http://schemas.microsoft.com/office/drawing/2014/main" id="{8BB834B6-9CA0-F1C0-13EC-0DD7644C0034}"/>
                </a:ext>
              </a:extLst>
            </p:cNvPr>
            <p:cNvSpPr/>
            <p:nvPr/>
          </p:nvSpPr>
          <p:spPr>
            <a:xfrm>
              <a:off x="5970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47" name="Freeform: Shape 48">
              <a:extLst>
                <a:ext uri="{FF2B5EF4-FFF2-40B4-BE49-F238E27FC236}">
                  <a16:creationId xmlns:a16="http://schemas.microsoft.com/office/drawing/2014/main" id="{8A9EEE1A-6AB3-1C97-5488-034F04EF545F}"/>
                </a:ext>
              </a:extLst>
            </p:cNvPr>
            <p:cNvSpPr/>
            <p:nvPr/>
          </p:nvSpPr>
          <p:spPr>
            <a:xfrm>
              <a:off x="5889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48" name="Freeform: Shape 49">
              <a:extLst>
                <a:ext uri="{FF2B5EF4-FFF2-40B4-BE49-F238E27FC236}">
                  <a16:creationId xmlns:a16="http://schemas.microsoft.com/office/drawing/2014/main" id="{73312853-819C-B945-EF2B-81F37550BF24}"/>
                </a:ext>
              </a:extLst>
            </p:cNvPr>
            <p:cNvSpPr/>
            <p:nvPr/>
          </p:nvSpPr>
          <p:spPr>
            <a:xfrm>
              <a:off x="5916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49" name="Freeform: Shape 54">
              <a:extLst>
                <a:ext uri="{FF2B5EF4-FFF2-40B4-BE49-F238E27FC236}">
                  <a16:creationId xmlns:a16="http://schemas.microsoft.com/office/drawing/2014/main" id="{4010EA75-714B-523F-2D31-71599DAAC03A}"/>
                </a:ext>
              </a:extLst>
            </p:cNvPr>
            <p:cNvSpPr/>
            <p:nvPr/>
          </p:nvSpPr>
          <p:spPr>
            <a:xfrm>
              <a:off x="5862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0" name="Freeform: Shape 55">
              <a:extLst>
                <a:ext uri="{FF2B5EF4-FFF2-40B4-BE49-F238E27FC236}">
                  <a16:creationId xmlns:a16="http://schemas.microsoft.com/office/drawing/2014/main" id="{6AD6EF0E-4A2E-7892-E38B-EA950519DFD5}"/>
                </a:ext>
              </a:extLst>
            </p:cNvPr>
            <p:cNvSpPr/>
            <p:nvPr/>
          </p:nvSpPr>
          <p:spPr>
            <a:xfrm>
              <a:off x="5943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1" name="Freeform: Shape 56">
              <a:extLst>
                <a:ext uri="{FF2B5EF4-FFF2-40B4-BE49-F238E27FC236}">
                  <a16:creationId xmlns:a16="http://schemas.microsoft.com/office/drawing/2014/main" id="{81CFF55C-FA9D-3505-7D6F-B6B6CDB8DB76}"/>
                </a:ext>
              </a:extLst>
            </p:cNvPr>
            <p:cNvSpPr/>
            <p:nvPr/>
          </p:nvSpPr>
          <p:spPr>
            <a:xfrm>
              <a:off x="5835821" y="7105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2" name="Freeform: Shape 57">
              <a:extLst>
                <a:ext uri="{FF2B5EF4-FFF2-40B4-BE49-F238E27FC236}">
                  <a16:creationId xmlns:a16="http://schemas.microsoft.com/office/drawing/2014/main" id="{57887F12-F01A-91B7-34B1-E111C795EE4D}"/>
                </a:ext>
              </a:extLst>
            </p:cNvPr>
            <p:cNvSpPr/>
            <p:nvPr/>
          </p:nvSpPr>
          <p:spPr>
            <a:xfrm>
              <a:off x="5835821" y="7051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3" name="Freeform: Shape 58">
              <a:extLst>
                <a:ext uri="{FF2B5EF4-FFF2-40B4-BE49-F238E27FC236}">
                  <a16:creationId xmlns:a16="http://schemas.microsoft.com/office/drawing/2014/main" id="{19EB3016-8314-AF74-3024-EB71CD11E811}"/>
                </a:ext>
              </a:extLst>
            </p:cNvPr>
            <p:cNvSpPr/>
            <p:nvPr/>
          </p:nvSpPr>
          <p:spPr>
            <a:xfrm>
              <a:off x="5835821" y="7078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4" name="Freeform: Shape 59">
              <a:extLst>
                <a:ext uri="{FF2B5EF4-FFF2-40B4-BE49-F238E27FC236}">
                  <a16:creationId xmlns:a16="http://schemas.microsoft.com/office/drawing/2014/main" id="{72139DF7-25F9-F7AE-157A-E6D5951377C4}"/>
                </a:ext>
              </a:extLst>
            </p:cNvPr>
            <p:cNvSpPr/>
            <p:nvPr/>
          </p:nvSpPr>
          <p:spPr>
            <a:xfrm>
              <a:off x="5835821" y="6970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5" name="Freeform: Shape 60">
              <a:extLst>
                <a:ext uri="{FF2B5EF4-FFF2-40B4-BE49-F238E27FC236}">
                  <a16:creationId xmlns:a16="http://schemas.microsoft.com/office/drawing/2014/main" id="{9EE72948-5658-1E4C-F25A-A834557859FE}"/>
                </a:ext>
              </a:extLst>
            </p:cNvPr>
            <p:cNvSpPr/>
            <p:nvPr/>
          </p:nvSpPr>
          <p:spPr>
            <a:xfrm>
              <a:off x="5835821" y="7024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6" name="Freeform: Shape 65">
              <a:extLst>
                <a:ext uri="{FF2B5EF4-FFF2-40B4-BE49-F238E27FC236}">
                  <a16:creationId xmlns:a16="http://schemas.microsoft.com/office/drawing/2014/main" id="{C2301794-52A0-EB38-3255-6CE78AF9A154}"/>
                </a:ext>
              </a:extLst>
            </p:cNvPr>
            <p:cNvSpPr/>
            <p:nvPr/>
          </p:nvSpPr>
          <p:spPr>
            <a:xfrm>
              <a:off x="5835821" y="6997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7" name="Freeform: Shape 66">
              <a:extLst>
                <a:ext uri="{FF2B5EF4-FFF2-40B4-BE49-F238E27FC236}">
                  <a16:creationId xmlns:a16="http://schemas.microsoft.com/office/drawing/2014/main" id="{D36CF899-4907-97B5-57ED-EA04183066C3}"/>
                </a:ext>
              </a:extLst>
            </p:cNvPr>
            <p:cNvSpPr/>
            <p:nvPr/>
          </p:nvSpPr>
          <p:spPr>
            <a:xfrm>
              <a:off x="5835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8" name="Freeform: Shape 67">
              <a:extLst>
                <a:ext uri="{FF2B5EF4-FFF2-40B4-BE49-F238E27FC236}">
                  <a16:creationId xmlns:a16="http://schemas.microsoft.com/office/drawing/2014/main" id="{E46EB3BC-6996-2C5B-6393-1184BC873163}"/>
                </a:ext>
              </a:extLst>
            </p:cNvPr>
            <p:cNvSpPr/>
            <p:nvPr/>
          </p:nvSpPr>
          <p:spPr>
            <a:xfrm>
              <a:off x="5970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59" name="Freeform: Shape 68">
              <a:extLst>
                <a:ext uri="{FF2B5EF4-FFF2-40B4-BE49-F238E27FC236}">
                  <a16:creationId xmlns:a16="http://schemas.microsoft.com/office/drawing/2014/main" id="{0DF98BEE-48C8-5024-11E4-3D0C8B31822F}"/>
                </a:ext>
              </a:extLst>
            </p:cNvPr>
            <p:cNvSpPr/>
            <p:nvPr/>
          </p:nvSpPr>
          <p:spPr>
            <a:xfrm>
              <a:off x="5916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0" name="Freeform: Shape 69">
              <a:extLst>
                <a:ext uri="{FF2B5EF4-FFF2-40B4-BE49-F238E27FC236}">
                  <a16:creationId xmlns:a16="http://schemas.microsoft.com/office/drawing/2014/main" id="{83146553-E7E4-DF95-FD22-6BD720D36A72}"/>
                </a:ext>
              </a:extLst>
            </p:cNvPr>
            <p:cNvSpPr/>
            <p:nvPr/>
          </p:nvSpPr>
          <p:spPr>
            <a:xfrm>
              <a:off x="5889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1" name="Freeform: Shape 70">
              <a:extLst>
                <a:ext uri="{FF2B5EF4-FFF2-40B4-BE49-F238E27FC236}">
                  <a16:creationId xmlns:a16="http://schemas.microsoft.com/office/drawing/2014/main" id="{0353AB4F-C2EA-D7CA-5484-A773A9FAD4BE}"/>
                </a:ext>
              </a:extLst>
            </p:cNvPr>
            <p:cNvSpPr/>
            <p:nvPr/>
          </p:nvSpPr>
          <p:spPr>
            <a:xfrm>
              <a:off x="5862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2" name="Freeform: Shape 71">
              <a:extLst>
                <a:ext uri="{FF2B5EF4-FFF2-40B4-BE49-F238E27FC236}">
                  <a16:creationId xmlns:a16="http://schemas.microsoft.com/office/drawing/2014/main" id="{B035FBF5-DF1E-0B52-0011-EAE5A990E416}"/>
                </a:ext>
              </a:extLst>
            </p:cNvPr>
            <p:cNvSpPr/>
            <p:nvPr/>
          </p:nvSpPr>
          <p:spPr>
            <a:xfrm>
              <a:off x="5943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3" name="Freeform: Shape 75">
              <a:extLst>
                <a:ext uri="{FF2B5EF4-FFF2-40B4-BE49-F238E27FC236}">
                  <a16:creationId xmlns:a16="http://schemas.microsoft.com/office/drawing/2014/main" id="{ED02FF4A-8FC4-04AB-CE94-5D25EEE71AC2}"/>
                </a:ext>
              </a:extLst>
            </p:cNvPr>
            <p:cNvSpPr/>
            <p:nvPr/>
          </p:nvSpPr>
          <p:spPr>
            <a:xfrm>
              <a:off x="5997821" y="6943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4" name="Freeform: Shape 77">
              <a:extLst>
                <a:ext uri="{FF2B5EF4-FFF2-40B4-BE49-F238E27FC236}">
                  <a16:creationId xmlns:a16="http://schemas.microsoft.com/office/drawing/2014/main" id="{7D74534D-A6C6-0677-989F-A39D48D96BCB}"/>
                </a:ext>
              </a:extLst>
            </p:cNvPr>
            <p:cNvSpPr/>
            <p:nvPr/>
          </p:nvSpPr>
          <p:spPr>
            <a:xfrm>
              <a:off x="5997821" y="6997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5" name="Freeform: Shape 78">
              <a:extLst>
                <a:ext uri="{FF2B5EF4-FFF2-40B4-BE49-F238E27FC236}">
                  <a16:creationId xmlns:a16="http://schemas.microsoft.com/office/drawing/2014/main" id="{0FAC93C7-C9C3-8715-7BC2-D768616732A4}"/>
                </a:ext>
              </a:extLst>
            </p:cNvPr>
            <p:cNvSpPr/>
            <p:nvPr/>
          </p:nvSpPr>
          <p:spPr>
            <a:xfrm>
              <a:off x="5997821" y="7051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6" name="Freeform: Shape 79">
              <a:extLst>
                <a:ext uri="{FF2B5EF4-FFF2-40B4-BE49-F238E27FC236}">
                  <a16:creationId xmlns:a16="http://schemas.microsoft.com/office/drawing/2014/main" id="{81F1757D-114E-FE04-E418-8F4C3D8E824A}"/>
                </a:ext>
              </a:extLst>
            </p:cNvPr>
            <p:cNvSpPr/>
            <p:nvPr/>
          </p:nvSpPr>
          <p:spPr>
            <a:xfrm>
              <a:off x="5997821" y="7024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7" name="Freeform: Shape 80">
              <a:extLst>
                <a:ext uri="{FF2B5EF4-FFF2-40B4-BE49-F238E27FC236}">
                  <a16:creationId xmlns:a16="http://schemas.microsoft.com/office/drawing/2014/main" id="{C5483371-EEE5-F4A1-52FF-A9C0176BE73F}"/>
                </a:ext>
              </a:extLst>
            </p:cNvPr>
            <p:cNvSpPr/>
            <p:nvPr/>
          </p:nvSpPr>
          <p:spPr>
            <a:xfrm>
              <a:off x="5997821" y="7078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8" name="Freeform: Shape 81">
              <a:extLst>
                <a:ext uri="{FF2B5EF4-FFF2-40B4-BE49-F238E27FC236}">
                  <a16:creationId xmlns:a16="http://schemas.microsoft.com/office/drawing/2014/main" id="{A726895E-5DD2-79E5-5109-D8B18DECBCC6}"/>
                </a:ext>
              </a:extLst>
            </p:cNvPr>
            <p:cNvSpPr/>
            <p:nvPr/>
          </p:nvSpPr>
          <p:spPr>
            <a:xfrm>
              <a:off x="5997821" y="6970995"/>
              <a:ext cx="13500" cy="13500"/>
            </a:xfrm>
            <a:custGeom>
              <a:avLst/>
              <a:gdLst>
                <a:gd name="connsiteX0" fmla="*/ 0 w 13500"/>
                <a:gd name="connsiteY0" fmla="*/ 0 h 13500"/>
                <a:gd name="connsiteX1" fmla="*/ 13500 w 13500"/>
                <a:gd name="connsiteY1" fmla="*/ 0 h 13500"/>
                <a:gd name="connsiteX2" fmla="*/ 13500 w 13500"/>
                <a:gd name="connsiteY2" fmla="*/ 13500 h 13500"/>
                <a:gd name="connsiteX3" fmla="*/ 0 w 135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13500" h="13500">
                  <a:moveTo>
                    <a:pt x="0" y="0"/>
                  </a:moveTo>
                  <a:lnTo>
                    <a:pt x="13500" y="0"/>
                  </a:lnTo>
                  <a:lnTo>
                    <a:pt x="135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69" name="Freeform: Shape 82">
              <a:extLst>
                <a:ext uri="{FF2B5EF4-FFF2-40B4-BE49-F238E27FC236}">
                  <a16:creationId xmlns:a16="http://schemas.microsoft.com/office/drawing/2014/main" id="{3556D976-CD20-7014-2883-6174E235BCCA}"/>
                </a:ext>
              </a:extLst>
            </p:cNvPr>
            <p:cNvSpPr/>
            <p:nvPr/>
          </p:nvSpPr>
          <p:spPr>
            <a:xfrm>
              <a:off x="5464577" y="7018130"/>
              <a:ext cx="350993" cy="13614"/>
            </a:xfrm>
            <a:custGeom>
              <a:avLst/>
              <a:gdLst>
                <a:gd name="connsiteX0" fmla="*/ 0 w 350993"/>
                <a:gd name="connsiteY0" fmla="*/ 0 h 13614"/>
                <a:gd name="connsiteX1" fmla="*/ 0 w 350993"/>
                <a:gd name="connsiteY1" fmla="*/ 13615 h 13614"/>
                <a:gd name="connsiteX2" fmla="*/ 350993 w 350993"/>
                <a:gd name="connsiteY2" fmla="*/ 13500 h 13614"/>
                <a:gd name="connsiteX3" fmla="*/ 350993 w 350993"/>
                <a:gd name="connsiteY3" fmla="*/ 0 h 13614"/>
                <a:gd name="connsiteX4" fmla="*/ 0 w 350993"/>
                <a:gd name="connsiteY4" fmla="*/ 0 h 13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993" h="13614">
                  <a:moveTo>
                    <a:pt x="0" y="0"/>
                  </a:moveTo>
                  <a:lnTo>
                    <a:pt x="0" y="13615"/>
                  </a:lnTo>
                  <a:lnTo>
                    <a:pt x="350993" y="13500"/>
                  </a:lnTo>
                  <a:lnTo>
                    <a:pt x="350993" y="0"/>
                  </a:lnTo>
                  <a:lnTo>
                    <a:pt x="0" y="0"/>
                  </a:lnTo>
                  <a:close/>
                </a:path>
              </a:pathLst>
            </a:custGeom>
            <a:solidFill>
              <a:schemeClr val="bg1"/>
            </a:solidFill>
            <a:ln w="6747" cap="flat">
              <a:noFill/>
              <a:prstDash val="solid"/>
              <a:miter/>
            </a:ln>
          </p:spPr>
          <p:txBody>
            <a:bodyPr rtlCol="0" anchor="ctr"/>
            <a:lstStyle/>
            <a:p>
              <a:endParaRPr lang="en-ID" sz="1200"/>
            </a:p>
          </p:txBody>
        </p:sp>
        <p:sp>
          <p:nvSpPr>
            <p:cNvPr id="70" name="Freeform: Shape 83">
              <a:extLst>
                <a:ext uri="{FF2B5EF4-FFF2-40B4-BE49-F238E27FC236}">
                  <a16:creationId xmlns:a16="http://schemas.microsoft.com/office/drawing/2014/main" id="{BF0F09EB-6FD9-939B-D436-39945E213520}"/>
                </a:ext>
              </a:extLst>
            </p:cNvPr>
            <p:cNvSpPr/>
            <p:nvPr/>
          </p:nvSpPr>
          <p:spPr>
            <a:xfrm>
              <a:off x="5869571" y="7018130"/>
              <a:ext cx="67526" cy="67614"/>
            </a:xfrm>
            <a:custGeom>
              <a:avLst/>
              <a:gdLst>
                <a:gd name="connsiteX0" fmla="*/ 54027 w 67526"/>
                <a:gd name="connsiteY0" fmla="*/ 67615 h 67614"/>
                <a:gd name="connsiteX1" fmla="*/ 67527 w 67526"/>
                <a:gd name="connsiteY1" fmla="*/ 67615 h 67614"/>
                <a:gd name="connsiteX2" fmla="*/ 67527 w 67526"/>
                <a:gd name="connsiteY2" fmla="*/ 13500 h 67614"/>
                <a:gd name="connsiteX3" fmla="*/ 67527 w 67526"/>
                <a:gd name="connsiteY3" fmla="*/ 0 h 67614"/>
                <a:gd name="connsiteX4" fmla="*/ 54027 w 67526"/>
                <a:gd name="connsiteY4" fmla="*/ 0 h 67614"/>
                <a:gd name="connsiteX5" fmla="*/ 0 w 67526"/>
                <a:gd name="connsiteY5" fmla="*/ 0 h 67614"/>
                <a:gd name="connsiteX6" fmla="*/ 0 w 67526"/>
                <a:gd name="connsiteY6" fmla="*/ 13500 h 67614"/>
                <a:gd name="connsiteX7" fmla="*/ 54027 w 67526"/>
                <a:gd name="connsiteY7" fmla="*/ 13500 h 67614"/>
                <a:gd name="connsiteX8" fmla="*/ 54027 w 67526"/>
                <a:gd name="connsiteY8" fmla="*/ 67615 h 6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526" h="67614">
                  <a:moveTo>
                    <a:pt x="54027" y="67615"/>
                  </a:moveTo>
                  <a:lnTo>
                    <a:pt x="67527" y="67615"/>
                  </a:lnTo>
                  <a:lnTo>
                    <a:pt x="67527" y="13500"/>
                  </a:lnTo>
                  <a:lnTo>
                    <a:pt x="67527" y="0"/>
                  </a:lnTo>
                  <a:lnTo>
                    <a:pt x="54027" y="0"/>
                  </a:lnTo>
                  <a:lnTo>
                    <a:pt x="0" y="0"/>
                  </a:lnTo>
                  <a:lnTo>
                    <a:pt x="0" y="13500"/>
                  </a:lnTo>
                  <a:lnTo>
                    <a:pt x="54027" y="13500"/>
                  </a:lnTo>
                  <a:lnTo>
                    <a:pt x="54027" y="67615"/>
                  </a:lnTo>
                  <a:close/>
                </a:path>
              </a:pathLst>
            </a:custGeom>
            <a:solidFill>
              <a:schemeClr val="bg1"/>
            </a:solidFill>
            <a:ln w="6747" cap="flat">
              <a:noFill/>
              <a:prstDash val="solid"/>
              <a:miter/>
            </a:ln>
          </p:spPr>
          <p:txBody>
            <a:bodyPr rtlCol="0" anchor="ctr"/>
            <a:lstStyle/>
            <a:p>
              <a:endParaRPr lang="en-ID" sz="1200"/>
            </a:p>
          </p:txBody>
        </p:sp>
        <p:sp>
          <p:nvSpPr>
            <p:cNvPr id="71" name="Freeform: Shape 84">
              <a:extLst>
                <a:ext uri="{FF2B5EF4-FFF2-40B4-BE49-F238E27FC236}">
                  <a16:creationId xmlns:a16="http://schemas.microsoft.com/office/drawing/2014/main" id="{0A2F4C9C-DCB7-5C4A-0B89-60F224E2039C}"/>
                </a:ext>
              </a:extLst>
            </p:cNvPr>
            <p:cNvSpPr/>
            <p:nvPr/>
          </p:nvSpPr>
          <p:spPr>
            <a:xfrm>
              <a:off x="5464577" y="7139745"/>
              <a:ext cx="472520" cy="188966"/>
            </a:xfrm>
            <a:custGeom>
              <a:avLst/>
              <a:gdLst>
                <a:gd name="connsiteX0" fmla="*/ 0 w 472520"/>
                <a:gd name="connsiteY0" fmla="*/ 74250 h 188966"/>
                <a:gd name="connsiteX1" fmla="*/ 0 w 472520"/>
                <a:gd name="connsiteY1" fmla="*/ 175466 h 188966"/>
                <a:gd name="connsiteX2" fmla="*/ 0 w 472520"/>
                <a:gd name="connsiteY2" fmla="*/ 188966 h 188966"/>
                <a:gd name="connsiteX3" fmla="*/ 13500 w 472520"/>
                <a:gd name="connsiteY3" fmla="*/ 188966 h 188966"/>
                <a:gd name="connsiteX4" fmla="*/ 459020 w 472520"/>
                <a:gd name="connsiteY4" fmla="*/ 188966 h 188966"/>
                <a:gd name="connsiteX5" fmla="*/ 472520 w 472520"/>
                <a:gd name="connsiteY5" fmla="*/ 188966 h 188966"/>
                <a:gd name="connsiteX6" fmla="*/ 472520 w 472520"/>
                <a:gd name="connsiteY6" fmla="*/ 175466 h 188966"/>
                <a:gd name="connsiteX7" fmla="*/ 472520 w 472520"/>
                <a:gd name="connsiteY7" fmla="*/ 0 h 188966"/>
                <a:gd name="connsiteX8" fmla="*/ 459020 w 472520"/>
                <a:gd name="connsiteY8" fmla="*/ 0 h 188966"/>
                <a:gd name="connsiteX9" fmla="*/ 459020 w 472520"/>
                <a:gd name="connsiteY9" fmla="*/ 175466 h 188966"/>
                <a:gd name="connsiteX10" fmla="*/ 13500 w 472520"/>
                <a:gd name="connsiteY10" fmla="*/ 175466 h 188966"/>
                <a:gd name="connsiteX11" fmla="*/ 13500 w 472520"/>
                <a:gd name="connsiteY11" fmla="*/ 74250 h 188966"/>
                <a:gd name="connsiteX12" fmla="*/ 0 w 472520"/>
                <a:gd name="connsiteY12" fmla="*/ 74250 h 18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2520" h="188966">
                  <a:moveTo>
                    <a:pt x="0" y="74250"/>
                  </a:moveTo>
                  <a:lnTo>
                    <a:pt x="0" y="175466"/>
                  </a:lnTo>
                  <a:lnTo>
                    <a:pt x="0" y="188966"/>
                  </a:lnTo>
                  <a:lnTo>
                    <a:pt x="13500" y="188966"/>
                  </a:lnTo>
                  <a:lnTo>
                    <a:pt x="459020" y="188966"/>
                  </a:lnTo>
                  <a:lnTo>
                    <a:pt x="472520" y="188966"/>
                  </a:lnTo>
                  <a:lnTo>
                    <a:pt x="472520" y="175466"/>
                  </a:lnTo>
                  <a:lnTo>
                    <a:pt x="472520" y="0"/>
                  </a:lnTo>
                  <a:lnTo>
                    <a:pt x="459020" y="0"/>
                  </a:lnTo>
                  <a:lnTo>
                    <a:pt x="459020" y="175466"/>
                  </a:lnTo>
                  <a:lnTo>
                    <a:pt x="13500" y="175466"/>
                  </a:lnTo>
                  <a:lnTo>
                    <a:pt x="13500" y="74250"/>
                  </a:lnTo>
                  <a:lnTo>
                    <a:pt x="0" y="74250"/>
                  </a:lnTo>
                  <a:close/>
                </a:path>
              </a:pathLst>
            </a:custGeom>
            <a:solidFill>
              <a:schemeClr val="bg1"/>
            </a:solidFill>
            <a:ln w="6747" cap="flat">
              <a:noFill/>
              <a:prstDash val="solid"/>
              <a:miter/>
            </a:ln>
          </p:spPr>
          <p:txBody>
            <a:bodyPr rtlCol="0" anchor="ctr"/>
            <a:lstStyle/>
            <a:p>
              <a:endParaRPr lang="en-ID" sz="1200"/>
            </a:p>
          </p:txBody>
        </p:sp>
        <p:sp>
          <p:nvSpPr>
            <p:cNvPr id="72" name="Freeform: Shape 85">
              <a:extLst>
                <a:ext uri="{FF2B5EF4-FFF2-40B4-BE49-F238E27FC236}">
                  <a16:creationId xmlns:a16="http://schemas.microsoft.com/office/drawing/2014/main" id="{B617C062-6DB1-E9F1-CD79-24D9C116F331}"/>
                </a:ext>
              </a:extLst>
            </p:cNvPr>
            <p:cNvSpPr/>
            <p:nvPr/>
          </p:nvSpPr>
          <p:spPr>
            <a:xfrm>
              <a:off x="5430821" y="6984373"/>
              <a:ext cx="384750" cy="47371"/>
            </a:xfrm>
            <a:custGeom>
              <a:avLst/>
              <a:gdLst>
                <a:gd name="connsiteX0" fmla="*/ 13500 w 384750"/>
                <a:gd name="connsiteY0" fmla="*/ 27000 h 47371"/>
                <a:gd name="connsiteX1" fmla="*/ 27000 w 384750"/>
                <a:gd name="connsiteY1" fmla="*/ 13500 h 47371"/>
                <a:gd name="connsiteX2" fmla="*/ 384750 w 384750"/>
                <a:gd name="connsiteY2" fmla="*/ 13500 h 47371"/>
                <a:gd name="connsiteX3" fmla="*/ 384750 w 384750"/>
                <a:gd name="connsiteY3" fmla="*/ 0 h 47371"/>
                <a:gd name="connsiteX4" fmla="*/ 27000 w 384750"/>
                <a:gd name="connsiteY4" fmla="*/ 0 h 47371"/>
                <a:gd name="connsiteX5" fmla="*/ 0 w 384750"/>
                <a:gd name="connsiteY5" fmla="*/ 27000 h 47371"/>
                <a:gd name="connsiteX6" fmla="*/ 0 w 384750"/>
                <a:gd name="connsiteY6" fmla="*/ 47371 h 47371"/>
                <a:gd name="connsiteX7" fmla="*/ 13500 w 384750"/>
                <a:gd name="connsiteY7" fmla="*/ 47371 h 4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750" h="47371">
                  <a:moveTo>
                    <a:pt x="13500" y="27000"/>
                  </a:moveTo>
                  <a:cubicBezTo>
                    <a:pt x="13500" y="19544"/>
                    <a:pt x="19544" y="13500"/>
                    <a:pt x="27000" y="13500"/>
                  </a:cubicBezTo>
                  <a:lnTo>
                    <a:pt x="384750" y="13500"/>
                  </a:lnTo>
                  <a:lnTo>
                    <a:pt x="384750" y="0"/>
                  </a:lnTo>
                  <a:lnTo>
                    <a:pt x="27000" y="0"/>
                  </a:lnTo>
                  <a:cubicBezTo>
                    <a:pt x="12107" y="45"/>
                    <a:pt x="44" y="12107"/>
                    <a:pt x="0" y="27000"/>
                  </a:cubicBezTo>
                  <a:lnTo>
                    <a:pt x="0" y="47371"/>
                  </a:lnTo>
                  <a:lnTo>
                    <a:pt x="13500" y="47371"/>
                  </a:lnTo>
                  <a:close/>
                </a:path>
              </a:pathLst>
            </a:custGeom>
            <a:solidFill>
              <a:schemeClr val="bg1"/>
            </a:solidFill>
            <a:ln w="6747" cap="flat">
              <a:noFill/>
              <a:prstDash val="solid"/>
              <a:miter/>
            </a:ln>
          </p:spPr>
          <p:txBody>
            <a:bodyPr rtlCol="0" anchor="ctr"/>
            <a:lstStyle/>
            <a:p>
              <a:endParaRPr lang="en-ID" sz="1200"/>
            </a:p>
          </p:txBody>
        </p:sp>
        <p:sp>
          <p:nvSpPr>
            <p:cNvPr id="73" name="Freeform: Shape 86">
              <a:extLst>
                <a:ext uri="{FF2B5EF4-FFF2-40B4-BE49-F238E27FC236}">
                  <a16:creationId xmlns:a16="http://schemas.microsoft.com/office/drawing/2014/main" id="{76A8DB41-569F-7933-237F-9C2F2C5A8D81}"/>
                </a:ext>
              </a:extLst>
            </p:cNvPr>
            <p:cNvSpPr/>
            <p:nvPr/>
          </p:nvSpPr>
          <p:spPr>
            <a:xfrm>
              <a:off x="5869571" y="6984373"/>
              <a:ext cx="101250" cy="101371"/>
            </a:xfrm>
            <a:custGeom>
              <a:avLst/>
              <a:gdLst>
                <a:gd name="connsiteX0" fmla="*/ 87750 w 101250"/>
                <a:gd name="connsiteY0" fmla="*/ 27000 h 101371"/>
                <a:gd name="connsiteX1" fmla="*/ 87750 w 101250"/>
                <a:gd name="connsiteY1" fmla="*/ 101372 h 101371"/>
                <a:gd name="connsiteX2" fmla="*/ 101250 w 101250"/>
                <a:gd name="connsiteY2" fmla="*/ 101372 h 101371"/>
                <a:gd name="connsiteX3" fmla="*/ 101250 w 101250"/>
                <a:gd name="connsiteY3" fmla="*/ 27000 h 101371"/>
                <a:gd name="connsiteX4" fmla="*/ 74250 w 101250"/>
                <a:gd name="connsiteY4" fmla="*/ 0 h 101371"/>
                <a:gd name="connsiteX5" fmla="*/ 0 w 101250"/>
                <a:gd name="connsiteY5" fmla="*/ 0 h 101371"/>
                <a:gd name="connsiteX6" fmla="*/ 0 w 101250"/>
                <a:gd name="connsiteY6" fmla="*/ 13500 h 101371"/>
                <a:gd name="connsiteX7" fmla="*/ 74250 w 101250"/>
                <a:gd name="connsiteY7" fmla="*/ 13500 h 101371"/>
                <a:gd name="connsiteX8" fmla="*/ 87750 w 101250"/>
                <a:gd name="connsiteY8" fmla="*/ 27000 h 10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50" h="101371">
                  <a:moveTo>
                    <a:pt x="87750" y="27000"/>
                  </a:moveTo>
                  <a:lnTo>
                    <a:pt x="87750" y="101372"/>
                  </a:lnTo>
                  <a:lnTo>
                    <a:pt x="101250" y="101372"/>
                  </a:lnTo>
                  <a:lnTo>
                    <a:pt x="101250" y="27000"/>
                  </a:lnTo>
                  <a:cubicBezTo>
                    <a:pt x="101205" y="12107"/>
                    <a:pt x="89143" y="45"/>
                    <a:pt x="74250" y="0"/>
                  </a:cubicBezTo>
                  <a:lnTo>
                    <a:pt x="0" y="0"/>
                  </a:lnTo>
                  <a:lnTo>
                    <a:pt x="0" y="13500"/>
                  </a:lnTo>
                  <a:lnTo>
                    <a:pt x="74250" y="13500"/>
                  </a:lnTo>
                  <a:cubicBezTo>
                    <a:pt x="81706" y="13500"/>
                    <a:pt x="87750" y="19544"/>
                    <a:pt x="87750" y="27000"/>
                  </a:cubicBezTo>
                  <a:close/>
                </a:path>
              </a:pathLst>
            </a:custGeom>
            <a:solidFill>
              <a:schemeClr val="bg1"/>
            </a:solidFill>
            <a:ln w="6747" cap="flat">
              <a:noFill/>
              <a:prstDash val="solid"/>
              <a:miter/>
            </a:ln>
          </p:spPr>
          <p:txBody>
            <a:bodyPr rtlCol="0" anchor="ctr"/>
            <a:lstStyle/>
            <a:p>
              <a:endParaRPr lang="en-ID" sz="1200"/>
            </a:p>
          </p:txBody>
        </p:sp>
        <p:sp>
          <p:nvSpPr>
            <p:cNvPr id="74" name="Freeform: Shape 90">
              <a:extLst>
                <a:ext uri="{FF2B5EF4-FFF2-40B4-BE49-F238E27FC236}">
                  <a16:creationId xmlns:a16="http://schemas.microsoft.com/office/drawing/2014/main" id="{C75294EA-BCEC-2921-1855-508F175A419E}"/>
                </a:ext>
              </a:extLst>
            </p:cNvPr>
            <p:cNvSpPr/>
            <p:nvPr/>
          </p:nvSpPr>
          <p:spPr>
            <a:xfrm>
              <a:off x="5430821" y="7139745"/>
              <a:ext cx="540000" cy="303750"/>
            </a:xfrm>
            <a:custGeom>
              <a:avLst/>
              <a:gdLst>
                <a:gd name="connsiteX0" fmla="*/ 526500 w 540000"/>
                <a:gd name="connsiteY0" fmla="*/ 195750 h 303750"/>
                <a:gd name="connsiteX1" fmla="*/ 513000 w 540000"/>
                <a:gd name="connsiteY1" fmla="*/ 209250 h 303750"/>
                <a:gd name="connsiteX2" fmla="*/ 27000 w 540000"/>
                <a:gd name="connsiteY2" fmla="*/ 209250 h 303750"/>
                <a:gd name="connsiteX3" fmla="*/ 13500 w 540000"/>
                <a:gd name="connsiteY3" fmla="*/ 195750 h 303750"/>
                <a:gd name="connsiteX4" fmla="*/ 13500 w 540000"/>
                <a:gd name="connsiteY4" fmla="*/ 74250 h 303750"/>
                <a:gd name="connsiteX5" fmla="*/ 0 w 540000"/>
                <a:gd name="connsiteY5" fmla="*/ 74250 h 303750"/>
                <a:gd name="connsiteX6" fmla="*/ 0 w 540000"/>
                <a:gd name="connsiteY6" fmla="*/ 195750 h 303750"/>
                <a:gd name="connsiteX7" fmla="*/ 27000 w 540000"/>
                <a:gd name="connsiteY7" fmla="*/ 222750 h 303750"/>
                <a:gd name="connsiteX8" fmla="*/ 222750 w 540000"/>
                <a:gd name="connsiteY8" fmla="*/ 222750 h 303750"/>
                <a:gd name="connsiteX9" fmla="*/ 222750 w 540000"/>
                <a:gd name="connsiteY9" fmla="*/ 290250 h 303750"/>
                <a:gd name="connsiteX10" fmla="*/ 148500 w 540000"/>
                <a:gd name="connsiteY10" fmla="*/ 290250 h 303750"/>
                <a:gd name="connsiteX11" fmla="*/ 148500 w 540000"/>
                <a:gd name="connsiteY11" fmla="*/ 303750 h 303750"/>
                <a:gd name="connsiteX12" fmla="*/ 391500 w 540000"/>
                <a:gd name="connsiteY12" fmla="*/ 303750 h 303750"/>
                <a:gd name="connsiteX13" fmla="*/ 391500 w 540000"/>
                <a:gd name="connsiteY13" fmla="*/ 290250 h 303750"/>
                <a:gd name="connsiteX14" fmla="*/ 317250 w 540000"/>
                <a:gd name="connsiteY14" fmla="*/ 290250 h 303750"/>
                <a:gd name="connsiteX15" fmla="*/ 317250 w 540000"/>
                <a:gd name="connsiteY15" fmla="*/ 222750 h 303750"/>
                <a:gd name="connsiteX16" fmla="*/ 513000 w 540000"/>
                <a:gd name="connsiteY16" fmla="*/ 222750 h 303750"/>
                <a:gd name="connsiteX17" fmla="*/ 540000 w 540000"/>
                <a:gd name="connsiteY17" fmla="*/ 195750 h 303750"/>
                <a:gd name="connsiteX18" fmla="*/ 540000 w 540000"/>
                <a:gd name="connsiteY18" fmla="*/ 0 h 303750"/>
                <a:gd name="connsiteX19" fmla="*/ 526500 w 540000"/>
                <a:gd name="connsiteY19" fmla="*/ 0 h 303750"/>
                <a:gd name="connsiteX20" fmla="*/ 303750 w 540000"/>
                <a:gd name="connsiteY20" fmla="*/ 290250 h 303750"/>
                <a:gd name="connsiteX21" fmla="*/ 236250 w 540000"/>
                <a:gd name="connsiteY21" fmla="*/ 290250 h 303750"/>
                <a:gd name="connsiteX22" fmla="*/ 236250 w 540000"/>
                <a:gd name="connsiteY22" fmla="*/ 222750 h 303750"/>
                <a:gd name="connsiteX23" fmla="*/ 303750 w 540000"/>
                <a:gd name="connsiteY23" fmla="*/ 222750 h 30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40000" h="303750">
                  <a:moveTo>
                    <a:pt x="526500" y="195750"/>
                  </a:moveTo>
                  <a:cubicBezTo>
                    <a:pt x="526500" y="203206"/>
                    <a:pt x="520456" y="209250"/>
                    <a:pt x="513000" y="209250"/>
                  </a:cubicBezTo>
                  <a:lnTo>
                    <a:pt x="27000" y="209250"/>
                  </a:lnTo>
                  <a:cubicBezTo>
                    <a:pt x="19544" y="209250"/>
                    <a:pt x="13500" y="203206"/>
                    <a:pt x="13500" y="195750"/>
                  </a:cubicBezTo>
                  <a:lnTo>
                    <a:pt x="13500" y="74250"/>
                  </a:lnTo>
                  <a:lnTo>
                    <a:pt x="0" y="74250"/>
                  </a:lnTo>
                  <a:lnTo>
                    <a:pt x="0" y="195750"/>
                  </a:lnTo>
                  <a:cubicBezTo>
                    <a:pt x="48" y="210642"/>
                    <a:pt x="12108" y="222702"/>
                    <a:pt x="27000" y="222750"/>
                  </a:cubicBezTo>
                  <a:lnTo>
                    <a:pt x="222750" y="222750"/>
                  </a:lnTo>
                  <a:lnTo>
                    <a:pt x="222750" y="290250"/>
                  </a:lnTo>
                  <a:lnTo>
                    <a:pt x="148500" y="290250"/>
                  </a:lnTo>
                  <a:lnTo>
                    <a:pt x="148500" y="303750"/>
                  </a:lnTo>
                  <a:lnTo>
                    <a:pt x="391500" y="303750"/>
                  </a:lnTo>
                  <a:lnTo>
                    <a:pt x="391500" y="290250"/>
                  </a:lnTo>
                  <a:lnTo>
                    <a:pt x="317250" y="290250"/>
                  </a:lnTo>
                  <a:lnTo>
                    <a:pt x="317250" y="222750"/>
                  </a:lnTo>
                  <a:lnTo>
                    <a:pt x="513000" y="222750"/>
                  </a:lnTo>
                  <a:cubicBezTo>
                    <a:pt x="527892" y="222702"/>
                    <a:pt x="539952" y="210642"/>
                    <a:pt x="540000" y="195750"/>
                  </a:cubicBezTo>
                  <a:lnTo>
                    <a:pt x="540000" y="0"/>
                  </a:lnTo>
                  <a:lnTo>
                    <a:pt x="526500" y="0"/>
                  </a:lnTo>
                  <a:close/>
                  <a:moveTo>
                    <a:pt x="303750" y="290250"/>
                  </a:moveTo>
                  <a:lnTo>
                    <a:pt x="236250" y="290250"/>
                  </a:lnTo>
                  <a:lnTo>
                    <a:pt x="236250" y="222750"/>
                  </a:lnTo>
                  <a:lnTo>
                    <a:pt x="303750" y="222750"/>
                  </a:lnTo>
                  <a:close/>
                </a:path>
              </a:pathLst>
            </a:custGeom>
            <a:solidFill>
              <a:schemeClr val="bg1"/>
            </a:solidFill>
            <a:ln w="6747" cap="flat">
              <a:noFill/>
              <a:prstDash val="solid"/>
              <a:miter/>
            </a:ln>
          </p:spPr>
          <p:txBody>
            <a:bodyPr rtlCol="0" anchor="ctr"/>
            <a:lstStyle/>
            <a:p>
              <a:endParaRPr lang="en-ID" sz="1200"/>
            </a:p>
          </p:txBody>
        </p:sp>
        <p:sp>
          <p:nvSpPr>
            <p:cNvPr id="75" name="Freeform: Shape 91">
              <a:extLst>
                <a:ext uri="{FF2B5EF4-FFF2-40B4-BE49-F238E27FC236}">
                  <a16:creationId xmlns:a16="http://schemas.microsoft.com/office/drawing/2014/main" id="{BBECA886-1D32-CD14-F971-E2976FB90EB5}"/>
                </a:ext>
              </a:extLst>
            </p:cNvPr>
            <p:cNvSpPr/>
            <p:nvPr/>
          </p:nvSpPr>
          <p:spPr>
            <a:xfrm>
              <a:off x="5390321" y="7051995"/>
              <a:ext cx="175500" cy="141750"/>
            </a:xfrm>
            <a:custGeom>
              <a:avLst/>
              <a:gdLst>
                <a:gd name="connsiteX0" fmla="*/ 175500 w 175500"/>
                <a:gd name="connsiteY0" fmla="*/ 0 h 141750"/>
                <a:gd name="connsiteX1" fmla="*/ 0 w 175500"/>
                <a:gd name="connsiteY1" fmla="*/ 0 h 141750"/>
                <a:gd name="connsiteX2" fmla="*/ 0 w 175500"/>
                <a:gd name="connsiteY2" fmla="*/ 141750 h 141750"/>
                <a:gd name="connsiteX3" fmla="*/ 175500 w 175500"/>
                <a:gd name="connsiteY3" fmla="*/ 141750 h 141750"/>
                <a:gd name="connsiteX4" fmla="*/ 162000 w 175500"/>
                <a:gd name="connsiteY4" fmla="*/ 128250 h 141750"/>
                <a:gd name="connsiteX5" fmla="*/ 13500 w 175500"/>
                <a:gd name="connsiteY5" fmla="*/ 128250 h 141750"/>
                <a:gd name="connsiteX6" fmla="*/ 13500 w 175500"/>
                <a:gd name="connsiteY6" fmla="*/ 13500 h 141750"/>
                <a:gd name="connsiteX7" fmla="*/ 162000 w 175500"/>
                <a:gd name="connsiteY7" fmla="*/ 13500 h 14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500" h="141750">
                  <a:moveTo>
                    <a:pt x="175500" y="0"/>
                  </a:moveTo>
                  <a:lnTo>
                    <a:pt x="0" y="0"/>
                  </a:lnTo>
                  <a:lnTo>
                    <a:pt x="0" y="141750"/>
                  </a:lnTo>
                  <a:lnTo>
                    <a:pt x="175500" y="141750"/>
                  </a:lnTo>
                  <a:close/>
                  <a:moveTo>
                    <a:pt x="162000" y="128250"/>
                  </a:moveTo>
                  <a:lnTo>
                    <a:pt x="13500" y="128250"/>
                  </a:lnTo>
                  <a:lnTo>
                    <a:pt x="13500" y="13500"/>
                  </a:lnTo>
                  <a:lnTo>
                    <a:pt x="162000" y="13500"/>
                  </a:lnTo>
                  <a:close/>
                </a:path>
              </a:pathLst>
            </a:custGeom>
            <a:solidFill>
              <a:schemeClr val="bg1"/>
            </a:solidFill>
            <a:ln w="6747" cap="flat">
              <a:noFill/>
              <a:prstDash val="solid"/>
              <a:miter/>
            </a:ln>
          </p:spPr>
          <p:txBody>
            <a:bodyPr rtlCol="0" anchor="ctr"/>
            <a:lstStyle/>
            <a:p>
              <a:endParaRPr lang="en-ID" sz="1200"/>
            </a:p>
          </p:txBody>
        </p:sp>
        <p:sp>
          <p:nvSpPr>
            <p:cNvPr id="76" name="Freeform: Shape 92">
              <a:extLst>
                <a:ext uri="{FF2B5EF4-FFF2-40B4-BE49-F238E27FC236}">
                  <a16:creationId xmlns:a16="http://schemas.microsoft.com/office/drawing/2014/main" id="{1F0690F6-FAD9-8072-119C-A6424B205A64}"/>
                </a:ext>
              </a:extLst>
            </p:cNvPr>
            <p:cNvSpPr/>
            <p:nvPr/>
          </p:nvSpPr>
          <p:spPr>
            <a:xfrm>
              <a:off x="5437571" y="7092495"/>
              <a:ext cx="81000" cy="13500"/>
            </a:xfrm>
            <a:custGeom>
              <a:avLst/>
              <a:gdLst>
                <a:gd name="connsiteX0" fmla="*/ 0 w 81000"/>
                <a:gd name="connsiteY0" fmla="*/ 0 h 13500"/>
                <a:gd name="connsiteX1" fmla="*/ 81000 w 81000"/>
                <a:gd name="connsiteY1" fmla="*/ 0 h 13500"/>
                <a:gd name="connsiteX2" fmla="*/ 81000 w 81000"/>
                <a:gd name="connsiteY2" fmla="*/ 13500 h 13500"/>
                <a:gd name="connsiteX3" fmla="*/ 0 w 810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81000" h="13500">
                  <a:moveTo>
                    <a:pt x="0" y="0"/>
                  </a:moveTo>
                  <a:lnTo>
                    <a:pt x="81000" y="0"/>
                  </a:lnTo>
                  <a:lnTo>
                    <a:pt x="810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77" name="Freeform: Shape 93">
              <a:extLst>
                <a:ext uri="{FF2B5EF4-FFF2-40B4-BE49-F238E27FC236}">
                  <a16:creationId xmlns:a16="http://schemas.microsoft.com/office/drawing/2014/main" id="{A36205F4-3321-6739-21BA-2AD3FAC98C5E}"/>
                </a:ext>
              </a:extLst>
            </p:cNvPr>
            <p:cNvSpPr/>
            <p:nvPr/>
          </p:nvSpPr>
          <p:spPr>
            <a:xfrm>
              <a:off x="5437571" y="7132995"/>
              <a:ext cx="54000" cy="13500"/>
            </a:xfrm>
            <a:custGeom>
              <a:avLst/>
              <a:gdLst>
                <a:gd name="connsiteX0" fmla="*/ 0 w 54000"/>
                <a:gd name="connsiteY0" fmla="*/ 0 h 13500"/>
                <a:gd name="connsiteX1" fmla="*/ 54000 w 54000"/>
                <a:gd name="connsiteY1" fmla="*/ 0 h 13500"/>
                <a:gd name="connsiteX2" fmla="*/ 54000 w 54000"/>
                <a:gd name="connsiteY2" fmla="*/ 13500 h 13500"/>
                <a:gd name="connsiteX3" fmla="*/ 0 w 54000"/>
                <a:gd name="connsiteY3" fmla="*/ 13500 h 13500"/>
              </a:gdLst>
              <a:ahLst/>
              <a:cxnLst>
                <a:cxn ang="0">
                  <a:pos x="connsiteX0" y="connsiteY0"/>
                </a:cxn>
                <a:cxn ang="0">
                  <a:pos x="connsiteX1" y="connsiteY1"/>
                </a:cxn>
                <a:cxn ang="0">
                  <a:pos x="connsiteX2" y="connsiteY2"/>
                </a:cxn>
                <a:cxn ang="0">
                  <a:pos x="connsiteX3" y="connsiteY3"/>
                </a:cxn>
              </a:cxnLst>
              <a:rect l="l" t="t" r="r" b="b"/>
              <a:pathLst>
                <a:path w="54000" h="13500">
                  <a:moveTo>
                    <a:pt x="0" y="0"/>
                  </a:moveTo>
                  <a:lnTo>
                    <a:pt x="54000" y="0"/>
                  </a:lnTo>
                  <a:lnTo>
                    <a:pt x="54000" y="13500"/>
                  </a:lnTo>
                  <a:lnTo>
                    <a:pt x="0" y="13500"/>
                  </a:lnTo>
                  <a:close/>
                </a:path>
              </a:pathLst>
            </a:custGeom>
            <a:solidFill>
              <a:schemeClr val="bg1"/>
            </a:solidFill>
            <a:ln w="6747" cap="flat">
              <a:noFill/>
              <a:prstDash val="solid"/>
              <a:miter/>
            </a:ln>
          </p:spPr>
          <p:txBody>
            <a:bodyPr rtlCol="0" anchor="ctr"/>
            <a:lstStyle/>
            <a:p>
              <a:endParaRPr lang="en-ID" sz="1200"/>
            </a:p>
          </p:txBody>
        </p:sp>
        <p:sp>
          <p:nvSpPr>
            <p:cNvPr id="78" name="Freeform: Shape 94">
              <a:extLst>
                <a:ext uri="{FF2B5EF4-FFF2-40B4-BE49-F238E27FC236}">
                  <a16:creationId xmlns:a16="http://schemas.microsoft.com/office/drawing/2014/main" id="{1A0D0C29-B04D-AF43-F6F5-E3168FCF7580}"/>
                </a:ext>
              </a:extLst>
            </p:cNvPr>
            <p:cNvSpPr/>
            <p:nvPr/>
          </p:nvSpPr>
          <p:spPr>
            <a:xfrm>
              <a:off x="5606321" y="7078995"/>
              <a:ext cx="189000" cy="189000"/>
            </a:xfrm>
            <a:custGeom>
              <a:avLst/>
              <a:gdLst>
                <a:gd name="connsiteX0" fmla="*/ 94500 w 189000"/>
                <a:gd name="connsiteY0" fmla="*/ 189000 h 189000"/>
                <a:gd name="connsiteX1" fmla="*/ 189000 w 189000"/>
                <a:gd name="connsiteY1" fmla="*/ 94500 h 189000"/>
                <a:gd name="connsiteX2" fmla="*/ 94500 w 189000"/>
                <a:gd name="connsiteY2" fmla="*/ 0 h 189000"/>
                <a:gd name="connsiteX3" fmla="*/ 0 w 189000"/>
                <a:gd name="connsiteY3" fmla="*/ 94500 h 189000"/>
                <a:gd name="connsiteX4" fmla="*/ 94500 w 189000"/>
                <a:gd name="connsiteY4" fmla="*/ 189000 h 189000"/>
                <a:gd name="connsiteX5" fmla="*/ 47338 w 189000"/>
                <a:gd name="connsiteY5" fmla="*/ 160225 h 189000"/>
                <a:gd name="connsiteX6" fmla="*/ 96285 w 189000"/>
                <a:gd name="connsiteY6" fmla="*/ 114847 h 189000"/>
                <a:gd name="connsiteX7" fmla="*/ 141662 w 189000"/>
                <a:gd name="connsiteY7" fmla="*/ 160225 h 189000"/>
                <a:gd name="connsiteX8" fmla="*/ 47338 w 189000"/>
                <a:gd name="connsiteY8" fmla="*/ 160225 h 189000"/>
                <a:gd name="connsiteX9" fmla="*/ 74250 w 189000"/>
                <a:gd name="connsiteY9" fmla="*/ 81000 h 189000"/>
                <a:gd name="connsiteX10" fmla="*/ 94500 w 189000"/>
                <a:gd name="connsiteY10" fmla="*/ 60750 h 189000"/>
                <a:gd name="connsiteX11" fmla="*/ 114750 w 189000"/>
                <a:gd name="connsiteY11" fmla="*/ 81000 h 189000"/>
                <a:gd name="connsiteX12" fmla="*/ 94500 w 189000"/>
                <a:gd name="connsiteY12" fmla="*/ 101250 h 189000"/>
                <a:gd name="connsiteX13" fmla="*/ 74250 w 189000"/>
                <a:gd name="connsiteY13" fmla="*/ 81000 h 189000"/>
                <a:gd name="connsiteX14" fmla="*/ 94500 w 189000"/>
                <a:gd name="connsiteY14" fmla="*/ 13500 h 189000"/>
                <a:gd name="connsiteX15" fmla="*/ 175490 w 189000"/>
                <a:gd name="connsiteY15" fmla="*/ 94239 h 189000"/>
                <a:gd name="connsiteX16" fmla="*/ 153900 w 189000"/>
                <a:gd name="connsiteY16" fmla="*/ 149371 h 189000"/>
                <a:gd name="connsiteX17" fmla="*/ 117281 w 189000"/>
                <a:gd name="connsiteY17" fmla="*/ 105725 h 189000"/>
                <a:gd name="connsiteX18" fmla="*/ 119376 w 189000"/>
                <a:gd name="connsiteY18" fmla="*/ 58041 h 189000"/>
                <a:gd name="connsiteX19" fmla="*/ 71692 w 189000"/>
                <a:gd name="connsiteY19" fmla="*/ 55947 h 189000"/>
                <a:gd name="connsiteX20" fmla="*/ 69597 w 189000"/>
                <a:gd name="connsiteY20" fmla="*/ 103631 h 189000"/>
                <a:gd name="connsiteX21" fmla="*/ 71692 w 189000"/>
                <a:gd name="connsiteY21" fmla="*/ 105725 h 189000"/>
                <a:gd name="connsiteX22" fmla="*/ 35100 w 189000"/>
                <a:gd name="connsiteY22" fmla="*/ 149371 h 189000"/>
                <a:gd name="connsiteX23" fmla="*/ 39369 w 189000"/>
                <a:gd name="connsiteY23" fmla="*/ 35090 h 189000"/>
                <a:gd name="connsiteX24" fmla="*/ 94500 w 189000"/>
                <a:gd name="connsiteY24" fmla="*/ 13500 h 1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9000" h="189000">
                  <a:moveTo>
                    <a:pt x="94500" y="189000"/>
                  </a:moveTo>
                  <a:cubicBezTo>
                    <a:pt x="146691" y="189000"/>
                    <a:pt x="189000" y="146691"/>
                    <a:pt x="189000" y="94500"/>
                  </a:cubicBezTo>
                  <a:cubicBezTo>
                    <a:pt x="189000" y="42309"/>
                    <a:pt x="146691" y="0"/>
                    <a:pt x="94500" y="0"/>
                  </a:cubicBezTo>
                  <a:cubicBezTo>
                    <a:pt x="42309" y="0"/>
                    <a:pt x="0" y="42309"/>
                    <a:pt x="0" y="94500"/>
                  </a:cubicBezTo>
                  <a:cubicBezTo>
                    <a:pt x="56" y="146668"/>
                    <a:pt x="42332" y="188944"/>
                    <a:pt x="94500" y="189000"/>
                  </a:cubicBezTo>
                  <a:close/>
                  <a:moveTo>
                    <a:pt x="47338" y="160225"/>
                  </a:moveTo>
                  <a:cubicBezTo>
                    <a:pt x="48323" y="134178"/>
                    <a:pt x="70238" y="113862"/>
                    <a:pt x="96285" y="114847"/>
                  </a:cubicBezTo>
                  <a:cubicBezTo>
                    <a:pt x="120949" y="115780"/>
                    <a:pt x="140729" y="135560"/>
                    <a:pt x="141662" y="160225"/>
                  </a:cubicBezTo>
                  <a:cubicBezTo>
                    <a:pt x="113519" y="180591"/>
                    <a:pt x="75481" y="180591"/>
                    <a:pt x="47338" y="160225"/>
                  </a:cubicBezTo>
                  <a:close/>
                  <a:moveTo>
                    <a:pt x="74250" y="81000"/>
                  </a:moveTo>
                  <a:cubicBezTo>
                    <a:pt x="74250" y="69816"/>
                    <a:pt x="83316" y="60750"/>
                    <a:pt x="94500" y="60750"/>
                  </a:cubicBezTo>
                  <a:cubicBezTo>
                    <a:pt x="105684" y="60750"/>
                    <a:pt x="114750" y="69816"/>
                    <a:pt x="114750" y="81000"/>
                  </a:cubicBezTo>
                  <a:cubicBezTo>
                    <a:pt x="114750" y="92184"/>
                    <a:pt x="105684" y="101250"/>
                    <a:pt x="94500" y="101250"/>
                  </a:cubicBezTo>
                  <a:cubicBezTo>
                    <a:pt x="83316" y="101250"/>
                    <a:pt x="74250" y="92184"/>
                    <a:pt x="74250" y="81000"/>
                  </a:cubicBezTo>
                  <a:close/>
                  <a:moveTo>
                    <a:pt x="94500" y="13500"/>
                  </a:moveTo>
                  <a:cubicBezTo>
                    <a:pt x="139161" y="13431"/>
                    <a:pt x="175421" y="49579"/>
                    <a:pt x="175490" y="94239"/>
                  </a:cubicBezTo>
                  <a:cubicBezTo>
                    <a:pt x="175522" y="114685"/>
                    <a:pt x="167808" y="134384"/>
                    <a:pt x="153900" y="149371"/>
                  </a:cubicBezTo>
                  <a:cubicBezTo>
                    <a:pt x="149662" y="129662"/>
                    <a:pt x="135954" y="113323"/>
                    <a:pt x="117281" y="105725"/>
                  </a:cubicBezTo>
                  <a:cubicBezTo>
                    <a:pt x="131027" y="93136"/>
                    <a:pt x="131965" y="71788"/>
                    <a:pt x="119376" y="58041"/>
                  </a:cubicBezTo>
                  <a:cubicBezTo>
                    <a:pt x="106786" y="44296"/>
                    <a:pt x="85437" y="43358"/>
                    <a:pt x="71692" y="55947"/>
                  </a:cubicBezTo>
                  <a:cubicBezTo>
                    <a:pt x="57946" y="68536"/>
                    <a:pt x="57008" y="89885"/>
                    <a:pt x="69597" y="103631"/>
                  </a:cubicBezTo>
                  <a:cubicBezTo>
                    <a:pt x="70265" y="104360"/>
                    <a:pt x="70963" y="105058"/>
                    <a:pt x="71692" y="105725"/>
                  </a:cubicBezTo>
                  <a:cubicBezTo>
                    <a:pt x="53029" y="113330"/>
                    <a:pt x="39332" y="129667"/>
                    <a:pt x="35100" y="149371"/>
                  </a:cubicBezTo>
                  <a:cubicBezTo>
                    <a:pt x="4721" y="116634"/>
                    <a:pt x="6633" y="65469"/>
                    <a:pt x="39369" y="35090"/>
                  </a:cubicBezTo>
                  <a:cubicBezTo>
                    <a:pt x="54356" y="21183"/>
                    <a:pt x="74054" y="13468"/>
                    <a:pt x="94500" y="13500"/>
                  </a:cubicBezTo>
                  <a:close/>
                </a:path>
              </a:pathLst>
            </a:custGeom>
            <a:solidFill>
              <a:schemeClr val="bg1"/>
            </a:solidFill>
            <a:ln w="6747" cap="flat">
              <a:noFill/>
              <a:prstDash val="solid"/>
              <a:miter/>
            </a:ln>
          </p:spPr>
          <p:txBody>
            <a:bodyPr rtlCol="0" anchor="ctr"/>
            <a:lstStyle/>
            <a:p>
              <a:endParaRPr lang="en-ID" sz="1200"/>
            </a:p>
          </p:txBody>
        </p:sp>
        <p:sp>
          <p:nvSpPr>
            <p:cNvPr id="79" name="Freeform: Shape 95">
              <a:extLst>
                <a:ext uri="{FF2B5EF4-FFF2-40B4-BE49-F238E27FC236}">
                  <a16:creationId xmlns:a16="http://schemas.microsoft.com/office/drawing/2014/main" id="{D115D3DB-37EC-1476-C99A-DBD20F9B1E54}"/>
                </a:ext>
              </a:extLst>
            </p:cNvPr>
            <p:cNvSpPr/>
            <p:nvPr/>
          </p:nvSpPr>
          <p:spPr>
            <a:xfrm>
              <a:off x="5816111" y="7207245"/>
              <a:ext cx="73709" cy="74250"/>
            </a:xfrm>
            <a:custGeom>
              <a:avLst/>
              <a:gdLst>
                <a:gd name="connsiteX0" fmla="*/ 72009 w 73709"/>
                <a:gd name="connsiteY0" fmla="*/ 24354 h 74250"/>
                <a:gd name="connsiteX1" fmla="*/ 70308 w 73709"/>
                <a:gd name="connsiteY1" fmla="*/ 22653 h 74250"/>
                <a:gd name="connsiteX2" fmla="*/ 2835 w 73709"/>
                <a:gd name="connsiteY2" fmla="*/ 0 h 74250"/>
                <a:gd name="connsiteX3" fmla="*/ 2268 w 73709"/>
                <a:gd name="connsiteY3" fmla="*/ 0 h 74250"/>
                <a:gd name="connsiteX4" fmla="*/ 0 w 73709"/>
                <a:gd name="connsiteY4" fmla="*/ 2268 h 74250"/>
                <a:gd name="connsiteX5" fmla="*/ 0 w 73709"/>
                <a:gd name="connsiteY5" fmla="*/ 2835 h 74250"/>
                <a:gd name="connsiteX6" fmla="*/ 22120 w 73709"/>
                <a:gd name="connsiteY6" fmla="*/ 70875 h 74250"/>
                <a:gd name="connsiteX7" fmla="*/ 24955 w 73709"/>
                <a:gd name="connsiteY7" fmla="*/ 72576 h 74250"/>
                <a:gd name="connsiteX8" fmla="*/ 26656 w 73709"/>
                <a:gd name="connsiteY8" fmla="*/ 70875 h 74250"/>
                <a:gd name="connsiteX9" fmla="*/ 35127 w 73709"/>
                <a:gd name="connsiteY9" fmla="*/ 47722 h 74250"/>
                <a:gd name="connsiteX10" fmla="*/ 35221 w 73709"/>
                <a:gd name="connsiteY10" fmla="*/ 47709 h 74250"/>
                <a:gd name="connsiteX11" fmla="*/ 35235 w 73709"/>
                <a:gd name="connsiteY11" fmla="*/ 47722 h 74250"/>
                <a:gd name="connsiteX12" fmla="*/ 61803 w 73709"/>
                <a:gd name="connsiteY12" fmla="*/ 74250 h 74250"/>
                <a:gd name="connsiteX13" fmla="*/ 73710 w 73709"/>
                <a:gd name="connsiteY13" fmla="*/ 62343 h 74250"/>
                <a:gd name="connsiteX14" fmla="*/ 47142 w 73709"/>
                <a:gd name="connsiteY14" fmla="*/ 35775 h 74250"/>
                <a:gd name="connsiteX15" fmla="*/ 47132 w 73709"/>
                <a:gd name="connsiteY15" fmla="*/ 35670 h 74250"/>
                <a:gd name="connsiteX16" fmla="*/ 47142 w 73709"/>
                <a:gd name="connsiteY16" fmla="*/ 35660 h 74250"/>
                <a:gd name="connsiteX17" fmla="*/ 70335 w 73709"/>
                <a:gd name="connsiteY17" fmla="*/ 27189 h 74250"/>
                <a:gd name="connsiteX18" fmla="*/ 72009 w 73709"/>
                <a:gd name="connsiteY18" fmla="*/ 24354 h 7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3709" h="74250">
                  <a:moveTo>
                    <a:pt x="72009" y="24354"/>
                  </a:moveTo>
                  <a:cubicBezTo>
                    <a:pt x="72009" y="23787"/>
                    <a:pt x="71442" y="23220"/>
                    <a:pt x="70308" y="22653"/>
                  </a:cubicBezTo>
                  <a:lnTo>
                    <a:pt x="2835" y="0"/>
                  </a:lnTo>
                  <a:lnTo>
                    <a:pt x="2268" y="0"/>
                  </a:lnTo>
                  <a:cubicBezTo>
                    <a:pt x="1051" y="82"/>
                    <a:pt x="82" y="1051"/>
                    <a:pt x="0" y="2268"/>
                  </a:cubicBezTo>
                  <a:lnTo>
                    <a:pt x="0" y="2835"/>
                  </a:lnTo>
                  <a:lnTo>
                    <a:pt x="22120" y="70875"/>
                  </a:lnTo>
                  <a:cubicBezTo>
                    <a:pt x="22662" y="71937"/>
                    <a:pt x="23762" y="72598"/>
                    <a:pt x="24955" y="72576"/>
                  </a:cubicBezTo>
                  <a:cubicBezTo>
                    <a:pt x="25522" y="72576"/>
                    <a:pt x="26089" y="72009"/>
                    <a:pt x="26656" y="70875"/>
                  </a:cubicBezTo>
                  <a:lnTo>
                    <a:pt x="35127" y="47722"/>
                  </a:lnTo>
                  <a:cubicBezTo>
                    <a:pt x="35149" y="47693"/>
                    <a:pt x="35192" y="47687"/>
                    <a:pt x="35221" y="47709"/>
                  </a:cubicBezTo>
                  <a:cubicBezTo>
                    <a:pt x="35227" y="47713"/>
                    <a:pt x="35231" y="47717"/>
                    <a:pt x="35235" y="47722"/>
                  </a:cubicBezTo>
                  <a:lnTo>
                    <a:pt x="61803" y="74250"/>
                  </a:lnTo>
                  <a:lnTo>
                    <a:pt x="73710" y="62343"/>
                  </a:lnTo>
                  <a:lnTo>
                    <a:pt x="47142" y="35775"/>
                  </a:lnTo>
                  <a:cubicBezTo>
                    <a:pt x="47110" y="35749"/>
                    <a:pt x="47106" y="35702"/>
                    <a:pt x="47132" y="35670"/>
                  </a:cubicBezTo>
                  <a:cubicBezTo>
                    <a:pt x="47135" y="35667"/>
                    <a:pt x="47138" y="35664"/>
                    <a:pt x="47142" y="35660"/>
                  </a:cubicBezTo>
                  <a:lnTo>
                    <a:pt x="70335" y="27189"/>
                  </a:lnTo>
                  <a:cubicBezTo>
                    <a:pt x="71387" y="26640"/>
                    <a:pt x="72036" y="25541"/>
                    <a:pt x="72009" y="24354"/>
                  </a:cubicBezTo>
                  <a:close/>
                </a:path>
              </a:pathLst>
            </a:custGeom>
            <a:solidFill>
              <a:schemeClr val="bg1"/>
            </a:solidFill>
            <a:ln w="6747" cap="flat">
              <a:noFill/>
              <a:prstDash val="solid"/>
              <a:miter/>
            </a:ln>
          </p:spPr>
          <p:txBody>
            <a:bodyPr rtlCol="0" anchor="ctr"/>
            <a:lstStyle/>
            <a:p>
              <a:endParaRPr lang="en-ID" sz="1200"/>
            </a:p>
          </p:txBody>
        </p:sp>
      </p:grpSp>
      <p:grpSp>
        <p:nvGrpSpPr>
          <p:cNvPr id="80" name="Graphic 89" descr="Server outline">
            <a:extLst>
              <a:ext uri="{FF2B5EF4-FFF2-40B4-BE49-F238E27FC236}">
                <a16:creationId xmlns:a16="http://schemas.microsoft.com/office/drawing/2014/main" id="{2BB53655-E865-8AB8-E1F0-1DDB17DA2A20}"/>
              </a:ext>
            </a:extLst>
          </p:cNvPr>
          <p:cNvGrpSpPr/>
          <p:nvPr/>
        </p:nvGrpSpPr>
        <p:grpSpPr>
          <a:xfrm>
            <a:off x="7015619" y="2362891"/>
            <a:ext cx="324000" cy="310500"/>
            <a:chOff x="10523429" y="4166906"/>
            <a:chExt cx="486000" cy="465750"/>
          </a:xfrm>
          <a:solidFill>
            <a:schemeClr val="bg1"/>
          </a:solidFill>
        </p:grpSpPr>
        <p:sp>
          <p:nvSpPr>
            <p:cNvPr id="81" name="Freeform: Shape 22">
              <a:extLst>
                <a:ext uri="{FF2B5EF4-FFF2-40B4-BE49-F238E27FC236}">
                  <a16:creationId xmlns:a16="http://schemas.microsoft.com/office/drawing/2014/main" id="{A4F6F675-1847-CFA6-259D-5AEF5AFA4FEF}"/>
                </a:ext>
              </a:extLst>
            </p:cNvPr>
            <p:cNvSpPr/>
            <p:nvPr/>
          </p:nvSpPr>
          <p:spPr>
            <a:xfrm>
              <a:off x="10523429" y="4166906"/>
              <a:ext cx="486000" cy="465750"/>
            </a:xfrm>
            <a:custGeom>
              <a:avLst/>
              <a:gdLst>
                <a:gd name="connsiteX0" fmla="*/ 486000 w 486000"/>
                <a:gd name="connsiteY0" fmla="*/ 425250 h 465750"/>
                <a:gd name="connsiteX1" fmla="*/ 297000 w 486000"/>
                <a:gd name="connsiteY1" fmla="*/ 425250 h 465750"/>
                <a:gd name="connsiteX2" fmla="*/ 297000 w 486000"/>
                <a:gd name="connsiteY2" fmla="*/ 398250 h 465750"/>
                <a:gd name="connsiteX3" fmla="*/ 249750 w 486000"/>
                <a:gd name="connsiteY3" fmla="*/ 398250 h 465750"/>
                <a:gd name="connsiteX4" fmla="*/ 249750 w 486000"/>
                <a:gd name="connsiteY4" fmla="*/ 337500 h 465750"/>
                <a:gd name="connsiteX5" fmla="*/ 432000 w 486000"/>
                <a:gd name="connsiteY5" fmla="*/ 337500 h 465750"/>
                <a:gd name="connsiteX6" fmla="*/ 459000 w 486000"/>
                <a:gd name="connsiteY6" fmla="*/ 310500 h 465750"/>
                <a:gd name="connsiteX7" fmla="*/ 459000 w 486000"/>
                <a:gd name="connsiteY7" fmla="*/ 243000 h 465750"/>
                <a:gd name="connsiteX8" fmla="*/ 449671 w 486000"/>
                <a:gd name="connsiteY8" fmla="*/ 222750 h 465750"/>
                <a:gd name="connsiteX9" fmla="*/ 459000 w 486000"/>
                <a:gd name="connsiteY9" fmla="*/ 202500 h 465750"/>
                <a:gd name="connsiteX10" fmla="*/ 459000 w 486000"/>
                <a:gd name="connsiteY10" fmla="*/ 135000 h 465750"/>
                <a:gd name="connsiteX11" fmla="*/ 449671 w 486000"/>
                <a:gd name="connsiteY11" fmla="*/ 114750 h 465750"/>
                <a:gd name="connsiteX12" fmla="*/ 459000 w 486000"/>
                <a:gd name="connsiteY12" fmla="*/ 94500 h 465750"/>
                <a:gd name="connsiteX13" fmla="*/ 459000 w 486000"/>
                <a:gd name="connsiteY13" fmla="*/ 27000 h 465750"/>
                <a:gd name="connsiteX14" fmla="*/ 432000 w 486000"/>
                <a:gd name="connsiteY14" fmla="*/ 0 h 465750"/>
                <a:gd name="connsiteX15" fmla="*/ 54000 w 486000"/>
                <a:gd name="connsiteY15" fmla="*/ 0 h 465750"/>
                <a:gd name="connsiteX16" fmla="*/ 27000 w 486000"/>
                <a:gd name="connsiteY16" fmla="*/ 27000 h 465750"/>
                <a:gd name="connsiteX17" fmla="*/ 27000 w 486000"/>
                <a:gd name="connsiteY17" fmla="*/ 94500 h 465750"/>
                <a:gd name="connsiteX18" fmla="*/ 36329 w 486000"/>
                <a:gd name="connsiteY18" fmla="*/ 114750 h 465750"/>
                <a:gd name="connsiteX19" fmla="*/ 27000 w 486000"/>
                <a:gd name="connsiteY19" fmla="*/ 135000 h 465750"/>
                <a:gd name="connsiteX20" fmla="*/ 27000 w 486000"/>
                <a:gd name="connsiteY20" fmla="*/ 202500 h 465750"/>
                <a:gd name="connsiteX21" fmla="*/ 36329 w 486000"/>
                <a:gd name="connsiteY21" fmla="*/ 222750 h 465750"/>
                <a:gd name="connsiteX22" fmla="*/ 27000 w 486000"/>
                <a:gd name="connsiteY22" fmla="*/ 243000 h 465750"/>
                <a:gd name="connsiteX23" fmla="*/ 27000 w 486000"/>
                <a:gd name="connsiteY23" fmla="*/ 310500 h 465750"/>
                <a:gd name="connsiteX24" fmla="*/ 54000 w 486000"/>
                <a:gd name="connsiteY24" fmla="*/ 337500 h 465750"/>
                <a:gd name="connsiteX25" fmla="*/ 236250 w 486000"/>
                <a:gd name="connsiteY25" fmla="*/ 337500 h 465750"/>
                <a:gd name="connsiteX26" fmla="*/ 236250 w 486000"/>
                <a:gd name="connsiteY26" fmla="*/ 398250 h 465750"/>
                <a:gd name="connsiteX27" fmla="*/ 189000 w 486000"/>
                <a:gd name="connsiteY27" fmla="*/ 398250 h 465750"/>
                <a:gd name="connsiteX28" fmla="*/ 189000 w 486000"/>
                <a:gd name="connsiteY28" fmla="*/ 425250 h 465750"/>
                <a:gd name="connsiteX29" fmla="*/ 0 w 486000"/>
                <a:gd name="connsiteY29" fmla="*/ 425250 h 465750"/>
                <a:gd name="connsiteX30" fmla="*/ 0 w 486000"/>
                <a:gd name="connsiteY30" fmla="*/ 438750 h 465750"/>
                <a:gd name="connsiteX31" fmla="*/ 189000 w 486000"/>
                <a:gd name="connsiteY31" fmla="*/ 438750 h 465750"/>
                <a:gd name="connsiteX32" fmla="*/ 189000 w 486000"/>
                <a:gd name="connsiteY32" fmla="*/ 465750 h 465750"/>
                <a:gd name="connsiteX33" fmla="*/ 297000 w 486000"/>
                <a:gd name="connsiteY33" fmla="*/ 465750 h 465750"/>
                <a:gd name="connsiteX34" fmla="*/ 297000 w 486000"/>
                <a:gd name="connsiteY34" fmla="*/ 438750 h 465750"/>
                <a:gd name="connsiteX35" fmla="*/ 486000 w 486000"/>
                <a:gd name="connsiteY35" fmla="*/ 438750 h 465750"/>
                <a:gd name="connsiteX36" fmla="*/ 40500 w 486000"/>
                <a:gd name="connsiteY36" fmla="*/ 94500 h 465750"/>
                <a:gd name="connsiteX37" fmla="*/ 40500 w 486000"/>
                <a:gd name="connsiteY37" fmla="*/ 27000 h 465750"/>
                <a:gd name="connsiteX38" fmla="*/ 54000 w 486000"/>
                <a:gd name="connsiteY38" fmla="*/ 13500 h 465750"/>
                <a:gd name="connsiteX39" fmla="*/ 432000 w 486000"/>
                <a:gd name="connsiteY39" fmla="*/ 13500 h 465750"/>
                <a:gd name="connsiteX40" fmla="*/ 445500 w 486000"/>
                <a:gd name="connsiteY40" fmla="*/ 27000 h 465750"/>
                <a:gd name="connsiteX41" fmla="*/ 445500 w 486000"/>
                <a:gd name="connsiteY41" fmla="*/ 94500 h 465750"/>
                <a:gd name="connsiteX42" fmla="*/ 432000 w 486000"/>
                <a:gd name="connsiteY42" fmla="*/ 108000 h 465750"/>
                <a:gd name="connsiteX43" fmla="*/ 54000 w 486000"/>
                <a:gd name="connsiteY43" fmla="*/ 108000 h 465750"/>
                <a:gd name="connsiteX44" fmla="*/ 40500 w 486000"/>
                <a:gd name="connsiteY44" fmla="*/ 94500 h 465750"/>
                <a:gd name="connsiteX45" fmla="*/ 40500 w 486000"/>
                <a:gd name="connsiteY45" fmla="*/ 202500 h 465750"/>
                <a:gd name="connsiteX46" fmla="*/ 40500 w 486000"/>
                <a:gd name="connsiteY46" fmla="*/ 135000 h 465750"/>
                <a:gd name="connsiteX47" fmla="*/ 54000 w 486000"/>
                <a:gd name="connsiteY47" fmla="*/ 121500 h 465750"/>
                <a:gd name="connsiteX48" fmla="*/ 432000 w 486000"/>
                <a:gd name="connsiteY48" fmla="*/ 121500 h 465750"/>
                <a:gd name="connsiteX49" fmla="*/ 445500 w 486000"/>
                <a:gd name="connsiteY49" fmla="*/ 135000 h 465750"/>
                <a:gd name="connsiteX50" fmla="*/ 445500 w 486000"/>
                <a:gd name="connsiteY50" fmla="*/ 202500 h 465750"/>
                <a:gd name="connsiteX51" fmla="*/ 432000 w 486000"/>
                <a:gd name="connsiteY51" fmla="*/ 216000 h 465750"/>
                <a:gd name="connsiteX52" fmla="*/ 54000 w 486000"/>
                <a:gd name="connsiteY52" fmla="*/ 216000 h 465750"/>
                <a:gd name="connsiteX53" fmla="*/ 40500 w 486000"/>
                <a:gd name="connsiteY53" fmla="*/ 202500 h 465750"/>
                <a:gd name="connsiteX54" fmla="*/ 40500 w 486000"/>
                <a:gd name="connsiteY54" fmla="*/ 310500 h 465750"/>
                <a:gd name="connsiteX55" fmla="*/ 40500 w 486000"/>
                <a:gd name="connsiteY55" fmla="*/ 243000 h 465750"/>
                <a:gd name="connsiteX56" fmla="*/ 54000 w 486000"/>
                <a:gd name="connsiteY56" fmla="*/ 229500 h 465750"/>
                <a:gd name="connsiteX57" fmla="*/ 432000 w 486000"/>
                <a:gd name="connsiteY57" fmla="*/ 229500 h 465750"/>
                <a:gd name="connsiteX58" fmla="*/ 445500 w 486000"/>
                <a:gd name="connsiteY58" fmla="*/ 243000 h 465750"/>
                <a:gd name="connsiteX59" fmla="*/ 445500 w 486000"/>
                <a:gd name="connsiteY59" fmla="*/ 310500 h 465750"/>
                <a:gd name="connsiteX60" fmla="*/ 432000 w 486000"/>
                <a:gd name="connsiteY60" fmla="*/ 324000 h 465750"/>
                <a:gd name="connsiteX61" fmla="*/ 54000 w 486000"/>
                <a:gd name="connsiteY61" fmla="*/ 324000 h 465750"/>
                <a:gd name="connsiteX62" fmla="*/ 40500 w 486000"/>
                <a:gd name="connsiteY62" fmla="*/ 310500 h 465750"/>
                <a:gd name="connsiteX63" fmla="*/ 283500 w 486000"/>
                <a:gd name="connsiteY63" fmla="*/ 452250 h 465750"/>
                <a:gd name="connsiteX64" fmla="*/ 202500 w 486000"/>
                <a:gd name="connsiteY64" fmla="*/ 452250 h 465750"/>
                <a:gd name="connsiteX65" fmla="*/ 202500 w 486000"/>
                <a:gd name="connsiteY65" fmla="*/ 411750 h 465750"/>
                <a:gd name="connsiteX66" fmla="*/ 283500 w 486000"/>
                <a:gd name="connsiteY66" fmla="*/ 411750 h 46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86000" h="465750">
                  <a:moveTo>
                    <a:pt x="486000" y="425250"/>
                  </a:moveTo>
                  <a:lnTo>
                    <a:pt x="297000" y="425250"/>
                  </a:lnTo>
                  <a:lnTo>
                    <a:pt x="297000" y="398250"/>
                  </a:lnTo>
                  <a:lnTo>
                    <a:pt x="249750" y="398250"/>
                  </a:lnTo>
                  <a:lnTo>
                    <a:pt x="249750" y="337500"/>
                  </a:lnTo>
                  <a:lnTo>
                    <a:pt x="432000" y="337500"/>
                  </a:lnTo>
                  <a:cubicBezTo>
                    <a:pt x="446911" y="337500"/>
                    <a:pt x="459000" y="325411"/>
                    <a:pt x="459000" y="310500"/>
                  </a:cubicBezTo>
                  <a:lnTo>
                    <a:pt x="459000" y="243000"/>
                  </a:lnTo>
                  <a:cubicBezTo>
                    <a:pt x="458975" y="235217"/>
                    <a:pt x="455571" y="227827"/>
                    <a:pt x="449671" y="222750"/>
                  </a:cubicBezTo>
                  <a:cubicBezTo>
                    <a:pt x="455571" y="217673"/>
                    <a:pt x="458975" y="210283"/>
                    <a:pt x="459000" y="202500"/>
                  </a:cubicBezTo>
                  <a:lnTo>
                    <a:pt x="459000" y="135000"/>
                  </a:lnTo>
                  <a:cubicBezTo>
                    <a:pt x="458975" y="127217"/>
                    <a:pt x="455571" y="119827"/>
                    <a:pt x="449671" y="114750"/>
                  </a:cubicBezTo>
                  <a:cubicBezTo>
                    <a:pt x="455571" y="109673"/>
                    <a:pt x="458975" y="102283"/>
                    <a:pt x="459000" y="94500"/>
                  </a:cubicBezTo>
                  <a:lnTo>
                    <a:pt x="459000" y="27000"/>
                  </a:lnTo>
                  <a:cubicBezTo>
                    <a:pt x="459000" y="12089"/>
                    <a:pt x="446911" y="0"/>
                    <a:pt x="432000" y="0"/>
                  </a:cubicBezTo>
                  <a:lnTo>
                    <a:pt x="54000" y="0"/>
                  </a:lnTo>
                  <a:cubicBezTo>
                    <a:pt x="39089" y="0"/>
                    <a:pt x="27000" y="12089"/>
                    <a:pt x="27000" y="27000"/>
                  </a:cubicBezTo>
                  <a:lnTo>
                    <a:pt x="27000" y="94500"/>
                  </a:lnTo>
                  <a:cubicBezTo>
                    <a:pt x="27025" y="102283"/>
                    <a:pt x="30429" y="109673"/>
                    <a:pt x="36329" y="114750"/>
                  </a:cubicBezTo>
                  <a:cubicBezTo>
                    <a:pt x="30429" y="119827"/>
                    <a:pt x="27025" y="127217"/>
                    <a:pt x="27000" y="135000"/>
                  </a:cubicBezTo>
                  <a:lnTo>
                    <a:pt x="27000" y="202500"/>
                  </a:lnTo>
                  <a:cubicBezTo>
                    <a:pt x="27025" y="210283"/>
                    <a:pt x="30429" y="217673"/>
                    <a:pt x="36329" y="222750"/>
                  </a:cubicBezTo>
                  <a:cubicBezTo>
                    <a:pt x="30429" y="227827"/>
                    <a:pt x="27025" y="235217"/>
                    <a:pt x="27000" y="243000"/>
                  </a:cubicBezTo>
                  <a:lnTo>
                    <a:pt x="27000" y="310500"/>
                  </a:lnTo>
                  <a:cubicBezTo>
                    <a:pt x="27000" y="325411"/>
                    <a:pt x="39089" y="337500"/>
                    <a:pt x="54000" y="337500"/>
                  </a:cubicBezTo>
                  <a:lnTo>
                    <a:pt x="236250" y="337500"/>
                  </a:lnTo>
                  <a:lnTo>
                    <a:pt x="236250" y="398250"/>
                  </a:lnTo>
                  <a:lnTo>
                    <a:pt x="189000" y="398250"/>
                  </a:lnTo>
                  <a:lnTo>
                    <a:pt x="189000" y="425250"/>
                  </a:lnTo>
                  <a:lnTo>
                    <a:pt x="0" y="425250"/>
                  </a:lnTo>
                  <a:lnTo>
                    <a:pt x="0" y="438750"/>
                  </a:lnTo>
                  <a:lnTo>
                    <a:pt x="189000" y="438750"/>
                  </a:lnTo>
                  <a:lnTo>
                    <a:pt x="189000" y="465750"/>
                  </a:lnTo>
                  <a:lnTo>
                    <a:pt x="297000" y="465750"/>
                  </a:lnTo>
                  <a:lnTo>
                    <a:pt x="297000" y="438750"/>
                  </a:lnTo>
                  <a:lnTo>
                    <a:pt x="486000" y="438750"/>
                  </a:lnTo>
                  <a:close/>
                  <a:moveTo>
                    <a:pt x="40500" y="94500"/>
                  </a:moveTo>
                  <a:lnTo>
                    <a:pt x="40500" y="27000"/>
                  </a:lnTo>
                  <a:cubicBezTo>
                    <a:pt x="40500" y="19544"/>
                    <a:pt x="46544" y="13500"/>
                    <a:pt x="54000" y="13500"/>
                  </a:cubicBezTo>
                  <a:lnTo>
                    <a:pt x="432000" y="13500"/>
                  </a:lnTo>
                  <a:cubicBezTo>
                    <a:pt x="439456" y="13500"/>
                    <a:pt x="445500" y="19544"/>
                    <a:pt x="445500" y="27000"/>
                  </a:cubicBezTo>
                  <a:lnTo>
                    <a:pt x="445500" y="94500"/>
                  </a:lnTo>
                  <a:cubicBezTo>
                    <a:pt x="445500" y="101956"/>
                    <a:pt x="439456" y="108000"/>
                    <a:pt x="432000" y="108000"/>
                  </a:cubicBezTo>
                  <a:lnTo>
                    <a:pt x="54000" y="108000"/>
                  </a:lnTo>
                  <a:cubicBezTo>
                    <a:pt x="46544" y="108000"/>
                    <a:pt x="40500" y="101956"/>
                    <a:pt x="40500" y="94500"/>
                  </a:cubicBezTo>
                  <a:close/>
                  <a:moveTo>
                    <a:pt x="40500" y="202500"/>
                  </a:moveTo>
                  <a:lnTo>
                    <a:pt x="40500" y="135000"/>
                  </a:lnTo>
                  <a:cubicBezTo>
                    <a:pt x="40500" y="127544"/>
                    <a:pt x="46544" y="121500"/>
                    <a:pt x="54000" y="121500"/>
                  </a:cubicBezTo>
                  <a:lnTo>
                    <a:pt x="432000" y="121500"/>
                  </a:lnTo>
                  <a:cubicBezTo>
                    <a:pt x="439456" y="121500"/>
                    <a:pt x="445500" y="127544"/>
                    <a:pt x="445500" y="135000"/>
                  </a:cubicBezTo>
                  <a:lnTo>
                    <a:pt x="445500" y="202500"/>
                  </a:lnTo>
                  <a:cubicBezTo>
                    <a:pt x="445500" y="209956"/>
                    <a:pt x="439456" y="216000"/>
                    <a:pt x="432000" y="216000"/>
                  </a:cubicBezTo>
                  <a:lnTo>
                    <a:pt x="54000" y="216000"/>
                  </a:lnTo>
                  <a:cubicBezTo>
                    <a:pt x="46544" y="216000"/>
                    <a:pt x="40500" y="209956"/>
                    <a:pt x="40500" y="202500"/>
                  </a:cubicBezTo>
                  <a:close/>
                  <a:moveTo>
                    <a:pt x="40500" y="310500"/>
                  </a:moveTo>
                  <a:lnTo>
                    <a:pt x="40500" y="243000"/>
                  </a:lnTo>
                  <a:cubicBezTo>
                    <a:pt x="40500" y="235544"/>
                    <a:pt x="46544" y="229500"/>
                    <a:pt x="54000" y="229500"/>
                  </a:cubicBezTo>
                  <a:lnTo>
                    <a:pt x="432000" y="229500"/>
                  </a:lnTo>
                  <a:cubicBezTo>
                    <a:pt x="439456" y="229500"/>
                    <a:pt x="445500" y="235544"/>
                    <a:pt x="445500" y="243000"/>
                  </a:cubicBezTo>
                  <a:lnTo>
                    <a:pt x="445500" y="310500"/>
                  </a:lnTo>
                  <a:cubicBezTo>
                    <a:pt x="445500" y="317956"/>
                    <a:pt x="439456" y="324000"/>
                    <a:pt x="432000" y="324000"/>
                  </a:cubicBezTo>
                  <a:lnTo>
                    <a:pt x="54000" y="324000"/>
                  </a:lnTo>
                  <a:cubicBezTo>
                    <a:pt x="46544" y="324000"/>
                    <a:pt x="40500" y="317956"/>
                    <a:pt x="40500" y="310500"/>
                  </a:cubicBezTo>
                  <a:close/>
                  <a:moveTo>
                    <a:pt x="283500" y="452250"/>
                  </a:moveTo>
                  <a:lnTo>
                    <a:pt x="202500" y="452250"/>
                  </a:lnTo>
                  <a:lnTo>
                    <a:pt x="202500" y="411750"/>
                  </a:lnTo>
                  <a:lnTo>
                    <a:pt x="283500" y="411750"/>
                  </a:lnTo>
                  <a:close/>
                </a:path>
              </a:pathLst>
            </a:custGeom>
            <a:solidFill>
              <a:schemeClr val="bg1"/>
            </a:solidFill>
            <a:ln w="6747" cap="flat">
              <a:noFill/>
              <a:prstDash val="solid"/>
              <a:miter/>
            </a:ln>
          </p:spPr>
          <p:txBody>
            <a:bodyPr rtlCol="0" anchor="ctr"/>
            <a:lstStyle/>
            <a:p>
              <a:endParaRPr lang="en-ID" sz="1200"/>
            </a:p>
          </p:txBody>
        </p:sp>
        <p:sp>
          <p:nvSpPr>
            <p:cNvPr id="82" name="Freeform: Shape 23">
              <a:extLst>
                <a:ext uri="{FF2B5EF4-FFF2-40B4-BE49-F238E27FC236}">
                  <a16:creationId xmlns:a16="http://schemas.microsoft.com/office/drawing/2014/main" id="{6C1A0057-C641-C4BA-7A5D-0A675C3E2F76}"/>
                </a:ext>
              </a:extLst>
            </p:cNvPr>
            <p:cNvSpPr/>
            <p:nvPr/>
          </p:nvSpPr>
          <p:spPr>
            <a:xfrm>
              <a:off x="10604429" y="4214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3" name="Freeform: Shape 24">
              <a:extLst>
                <a:ext uri="{FF2B5EF4-FFF2-40B4-BE49-F238E27FC236}">
                  <a16:creationId xmlns:a16="http://schemas.microsoft.com/office/drawing/2014/main" id="{167A8E34-5DBC-4869-E1AC-D6C39D6F2D7F}"/>
                </a:ext>
              </a:extLst>
            </p:cNvPr>
            <p:cNvSpPr/>
            <p:nvPr/>
          </p:nvSpPr>
          <p:spPr>
            <a:xfrm>
              <a:off x="10671929" y="4214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4" name="Freeform: Shape 25">
              <a:extLst>
                <a:ext uri="{FF2B5EF4-FFF2-40B4-BE49-F238E27FC236}">
                  <a16:creationId xmlns:a16="http://schemas.microsoft.com/office/drawing/2014/main" id="{3045376F-575C-0F4B-D4C2-F77263EB9562}"/>
                </a:ext>
              </a:extLst>
            </p:cNvPr>
            <p:cNvSpPr/>
            <p:nvPr/>
          </p:nvSpPr>
          <p:spPr>
            <a:xfrm>
              <a:off x="10739429" y="4214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5" name="Freeform: Shape 26">
              <a:extLst>
                <a:ext uri="{FF2B5EF4-FFF2-40B4-BE49-F238E27FC236}">
                  <a16:creationId xmlns:a16="http://schemas.microsoft.com/office/drawing/2014/main" id="{C5A65FA9-4E66-95BB-710B-AA25D9F73C00}"/>
                </a:ext>
              </a:extLst>
            </p:cNvPr>
            <p:cNvSpPr/>
            <p:nvPr/>
          </p:nvSpPr>
          <p:spPr>
            <a:xfrm>
              <a:off x="10604429" y="4322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6" name="Freeform: Shape 27">
              <a:extLst>
                <a:ext uri="{FF2B5EF4-FFF2-40B4-BE49-F238E27FC236}">
                  <a16:creationId xmlns:a16="http://schemas.microsoft.com/office/drawing/2014/main" id="{239307B2-8CEF-D15A-A811-3B000B705104}"/>
                </a:ext>
              </a:extLst>
            </p:cNvPr>
            <p:cNvSpPr/>
            <p:nvPr/>
          </p:nvSpPr>
          <p:spPr>
            <a:xfrm>
              <a:off x="10671929" y="4322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7" name="Freeform: Shape 32">
              <a:extLst>
                <a:ext uri="{FF2B5EF4-FFF2-40B4-BE49-F238E27FC236}">
                  <a16:creationId xmlns:a16="http://schemas.microsoft.com/office/drawing/2014/main" id="{C7CDBFD6-112B-3F70-D661-E5CB600083D2}"/>
                </a:ext>
              </a:extLst>
            </p:cNvPr>
            <p:cNvSpPr/>
            <p:nvPr/>
          </p:nvSpPr>
          <p:spPr>
            <a:xfrm>
              <a:off x="10739429" y="4322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8" name="Freeform: Shape 33">
              <a:extLst>
                <a:ext uri="{FF2B5EF4-FFF2-40B4-BE49-F238E27FC236}">
                  <a16:creationId xmlns:a16="http://schemas.microsoft.com/office/drawing/2014/main" id="{1B90FDD7-2392-68FB-F983-2431740ED0DD}"/>
                </a:ext>
              </a:extLst>
            </p:cNvPr>
            <p:cNvSpPr/>
            <p:nvPr/>
          </p:nvSpPr>
          <p:spPr>
            <a:xfrm>
              <a:off x="10604429" y="4430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89" name="Freeform: Shape 34">
              <a:extLst>
                <a:ext uri="{FF2B5EF4-FFF2-40B4-BE49-F238E27FC236}">
                  <a16:creationId xmlns:a16="http://schemas.microsoft.com/office/drawing/2014/main" id="{C50001BF-402A-3BCA-711B-6B448234023A}"/>
                </a:ext>
              </a:extLst>
            </p:cNvPr>
            <p:cNvSpPr/>
            <p:nvPr/>
          </p:nvSpPr>
          <p:spPr>
            <a:xfrm>
              <a:off x="10671929" y="4430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sp>
          <p:nvSpPr>
            <p:cNvPr id="90" name="Freeform: Shape 35">
              <a:extLst>
                <a:ext uri="{FF2B5EF4-FFF2-40B4-BE49-F238E27FC236}">
                  <a16:creationId xmlns:a16="http://schemas.microsoft.com/office/drawing/2014/main" id="{74BF8A22-9ECD-5F09-D6A5-AB4E5FC9D1D2}"/>
                </a:ext>
              </a:extLst>
            </p:cNvPr>
            <p:cNvSpPr/>
            <p:nvPr/>
          </p:nvSpPr>
          <p:spPr>
            <a:xfrm>
              <a:off x="10739429" y="4430156"/>
              <a:ext cx="27000" cy="27000"/>
            </a:xfrm>
            <a:custGeom>
              <a:avLst/>
              <a:gdLst>
                <a:gd name="connsiteX0" fmla="*/ 27000 w 27000"/>
                <a:gd name="connsiteY0" fmla="*/ 13500 h 27000"/>
                <a:gd name="connsiteX1" fmla="*/ 13500 w 27000"/>
                <a:gd name="connsiteY1" fmla="*/ 27000 h 27000"/>
                <a:gd name="connsiteX2" fmla="*/ 0 w 27000"/>
                <a:gd name="connsiteY2" fmla="*/ 13500 h 27000"/>
                <a:gd name="connsiteX3" fmla="*/ 13500 w 27000"/>
                <a:gd name="connsiteY3" fmla="*/ 0 h 27000"/>
                <a:gd name="connsiteX4" fmla="*/ 27000 w 27000"/>
                <a:gd name="connsiteY4" fmla="*/ 13500 h 2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 h="27000">
                  <a:moveTo>
                    <a:pt x="27000" y="13500"/>
                  </a:moveTo>
                  <a:cubicBezTo>
                    <a:pt x="27000" y="20956"/>
                    <a:pt x="20956" y="27000"/>
                    <a:pt x="13500" y="27000"/>
                  </a:cubicBezTo>
                  <a:cubicBezTo>
                    <a:pt x="6044" y="27000"/>
                    <a:pt x="0" y="20956"/>
                    <a:pt x="0" y="13500"/>
                  </a:cubicBezTo>
                  <a:cubicBezTo>
                    <a:pt x="0" y="6044"/>
                    <a:pt x="6044" y="0"/>
                    <a:pt x="13500" y="0"/>
                  </a:cubicBezTo>
                  <a:cubicBezTo>
                    <a:pt x="20956" y="0"/>
                    <a:pt x="27000" y="6044"/>
                    <a:pt x="27000" y="13500"/>
                  </a:cubicBezTo>
                  <a:close/>
                </a:path>
              </a:pathLst>
            </a:custGeom>
            <a:solidFill>
              <a:schemeClr val="bg1"/>
            </a:solidFill>
            <a:ln w="6747" cap="flat">
              <a:noFill/>
              <a:prstDash val="solid"/>
              <a:miter/>
            </a:ln>
          </p:spPr>
          <p:txBody>
            <a:bodyPr rtlCol="0" anchor="ctr"/>
            <a:lstStyle/>
            <a:p>
              <a:endParaRPr lang="en-ID" sz="1200"/>
            </a:p>
          </p:txBody>
        </p:sp>
      </p:grpSp>
    </p:spTree>
    <p:extLst>
      <p:ext uri="{BB962C8B-B14F-4D97-AF65-F5344CB8AC3E}">
        <p14:creationId xmlns:p14="http://schemas.microsoft.com/office/powerpoint/2010/main" val="582206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8">
            <a:extLst>
              <a:ext uri="{FF2B5EF4-FFF2-40B4-BE49-F238E27FC236}">
                <a16:creationId xmlns:a16="http://schemas.microsoft.com/office/drawing/2014/main" id="{82AFB3EE-9129-5697-EB05-D6DEEEA6A685}"/>
              </a:ext>
            </a:extLst>
          </p:cNvPr>
          <p:cNvSpPr txBox="1"/>
          <p:nvPr/>
        </p:nvSpPr>
        <p:spPr>
          <a:xfrm>
            <a:off x="0" y="2575120"/>
            <a:ext cx="12192000" cy="1200329"/>
          </a:xfrm>
          <a:prstGeom prst="rect">
            <a:avLst/>
          </a:prstGeom>
          <a:noFill/>
        </p:spPr>
        <p:txBody>
          <a:bodyPr wrap="square" rtlCol="0">
            <a:spAutoFit/>
          </a:bodyPr>
          <a:lstStyle/>
          <a:p>
            <a:pPr algn="ctr"/>
            <a:r>
              <a:rPr lang="es-CO" sz="3600" dirty="0">
                <a:solidFill>
                  <a:schemeClr val="bg1"/>
                </a:solidFill>
                <a:latin typeface="Impact" panose="020B0806030902050204" pitchFamily="34" charset="0"/>
              </a:rPr>
              <a:t>Lorem </a:t>
            </a:r>
            <a:r>
              <a:rPr lang="es-CO" sz="3600" dirty="0" err="1">
                <a:solidFill>
                  <a:schemeClr val="bg1"/>
                </a:solidFill>
                <a:latin typeface="Impact" panose="020B0806030902050204" pitchFamily="34" charset="0"/>
              </a:rPr>
              <a:t>ipsum</a:t>
            </a:r>
            <a:r>
              <a:rPr lang="es-CO" sz="3600" dirty="0">
                <a:solidFill>
                  <a:schemeClr val="bg1"/>
                </a:solidFill>
                <a:latin typeface="Impact" panose="020B0806030902050204" pitchFamily="34" charset="0"/>
              </a:rPr>
              <a:t> dolor </a:t>
            </a:r>
            <a:r>
              <a:rPr lang="es-CO" sz="3600" dirty="0" err="1">
                <a:solidFill>
                  <a:schemeClr val="bg1"/>
                </a:solidFill>
                <a:latin typeface="Impact" panose="020B0806030902050204" pitchFamily="34" charset="0"/>
              </a:rPr>
              <a:t>sit</a:t>
            </a:r>
            <a:r>
              <a:rPr lang="es-CO" sz="3600" dirty="0">
                <a:solidFill>
                  <a:schemeClr val="bg1"/>
                </a:solidFill>
                <a:latin typeface="Impact" panose="020B0806030902050204" pitchFamily="34" charset="0"/>
              </a:rPr>
              <a:t> </a:t>
            </a:r>
            <a:r>
              <a:rPr lang="es-CO" sz="3600" dirty="0" err="1">
                <a:solidFill>
                  <a:schemeClr val="bg1"/>
                </a:solidFill>
                <a:latin typeface="Impact" panose="020B0806030902050204" pitchFamily="34" charset="0"/>
              </a:rPr>
              <a:t>amet</a:t>
            </a:r>
            <a:r>
              <a:rPr lang="es-CO" sz="3600" dirty="0">
                <a:solidFill>
                  <a:schemeClr val="bg1"/>
                </a:solidFill>
                <a:latin typeface="Impact" panose="020B0806030902050204" pitchFamily="34" charset="0"/>
              </a:rPr>
              <a:t>,</a:t>
            </a:r>
          </a:p>
          <a:p>
            <a:pPr algn="ctr"/>
            <a:r>
              <a:rPr lang="es-CO" sz="3600" dirty="0" err="1">
                <a:solidFill>
                  <a:schemeClr val="bg1"/>
                </a:solidFill>
                <a:latin typeface="Impact" panose="020B0806030902050204" pitchFamily="34" charset="0"/>
              </a:rPr>
              <a:t>Consectetur</a:t>
            </a:r>
            <a:r>
              <a:rPr lang="es-CO" sz="3600" dirty="0">
                <a:solidFill>
                  <a:schemeClr val="bg1"/>
                </a:solidFill>
                <a:latin typeface="Impact" panose="020B0806030902050204" pitchFamily="34" charset="0"/>
              </a:rPr>
              <a:t> </a:t>
            </a:r>
            <a:r>
              <a:rPr lang="es-CO" sz="3600" dirty="0" err="1">
                <a:solidFill>
                  <a:schemeClr val="bg1"/>
                </a:solidFill>
                <a:latin typeface="Impact" panose="020B0806030902050204" pitchFamily="34" charset="0"/>
              </a:rPr>
              <a:t>adipiscing</a:t>
            </a:r>
            <a:r>
              <a:rPr lang="es-CO" sz="3600" dirty="0">
                <a:solidFill>
                  <a:schemeClr val="bg1"/>
                </a:solidFill>
                <a:latin typeface="Impact" panose="020B0806030902050204" pitchFamily="34" charset="0"/>
              </a:rPr>
              <a:t> </a:t>
            </a:r>
            <a:r>
              <a:rPr lang="es-CO" sz="3600" dirty="0" err="1">
                <a:solidFill>
                  <a:schemeClr val="bg1"/>
                </a:solidFill>
                <a:latin typeface="Impact" panose="020B0806030902050204" pitchFamily="34" charset="0"/>
              </a:rPr>
              <a:t>elit</a:t>
            </a:r>
            <a:r>
              <a:rPr lang="es-CO" sz="3600" dirty="0">
                <a:solidFill>
                  <a:schemeClr val="bg1"/>
                </a:solidFill>
                <a:latin typeface="Impact" panose="020B0806030902050204" pitchFamily="34" charset="0"/>
              </a:rPr>
              <a:t>, sed</a:t>
            </a:r>
            <a:endParaRPr lang="en-US" sz="3600" dirty="0">
              <a:solidFill>
                <a:schemeClr val="bg1"/>
              </a:solidFill>
              <a:latin typeface="Impact" panose="020B0806030902050204" pitchFamily="34" charset="0"/>
            </a:endParaRPr>
          </a:p>
        </p:txBody>
      </p:sp>
      <p:sp>
        <p:nvSpPr>
          <p:cNvPr id="3" name="TextBox 54">
            <a:extLst>
              <a:ext uri="{FF2B5EF4-FFF2-40B4-BE49-F238E27FC236}">
                <a16:creationId xmlns:a16="http://schemas.microsoft.com/office/drawing/2014/main" id="{88819388-FB68-3E4F-9AB1-7908B079E5BB}"/>
              </a:ext>
            </a:extLst>
          </p:cNvPr>
          <p:cNvSpPr txBox="1"/>
          <p:nvPr/>
        </p:nvSpPr>
        <p:spPr>
          <a:xfrm>
            <a:off x="4270661" y="3775449"/>
            <a:ext cx="3650679" cy="461665"/>
          </a:xfrm>
          <a:prstGeom prst="rect">
            <a:avLst/>
          </a:prstGeom>
          <a:noFill/>
        </p:spPr>
        <p:txBody>
          <a:bodyPr wrap="none" rtlCol="0">
            <a:spAutoFit/>
          </a:bodyPr>
          <a:lstStyle/>
          <a:p>
            <a:pPr algn="ctr"/>
            <a:r>
              <a:rPr lang="es-CO" sz="2400" dirty="0">
                <a:solidFill>
                  <a:schemeClr val="bg1"/>
                </a:solidFill>
                <a:effectLst/>
                <a:latin typeface="Calibri" panose="020F0502020204030204" pitchFamily="34" charset="0"/>
                <a:cs typeface="Calibri" panose="020F0502020204030204" pitchFamily="34" charset="0"/>
              </a:rPr>
              <a:t>a cras </a:t>
            </a:r>
            <a:r>
              <a:rPr lang="es-CO" sz="2400" dirty="0" err="1">
                <a:solidFill>
                  <a:schemeClr val="bg1"/>
                </a:solidFill>
                <a:effectLst/>
                <a:latin typeface="Calibri" panose="020F0502020204030204" pitchFamily="34" charset="0"/>
                <a:cs typeface="Calibri" panose="020F0502020204030204" pitchFamily="34" charset="0"/>
              </a:rPr>
              <a:t>semper</a:t>
            </a:r>
            <a:r>
              <a:rPr lang="es-CO" sz="2400" dirty="0">
                <a:solidFill>
                  <a:schemeClr val="bg1"/>
                </a:solidFill>
                <a:effectLst/>
                <a:latin typeface="Calibri" panose="020F0502020204030204" pitchFamily="34" charset="0"/>
                <a:cs typeface="Calibri" panose="020F0502020204030204" pitchFamily="34" charset="0"/>
              </a:rPr>
              <a:t> auctor neque</a:t>
            </a:r>
            <a:endParaRPr lang="en-US" sz="4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4543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arcador de posición de imagen 17">
            <a:extLst>
              <a:ext uri="{FF2B5EF4-FFF2-40B4-BE49-F238E27FC236}">
                <a16:creationId xmlns:a16="http://schemas.microsoft.com/office/drawing/2014/main" id="{DC2F0FD0-BBA0-F915-7B22-6A0B527EE570}"/>
              </a:ext>
            </a:extLst>
          </p:cNvPr>
          <p:cNvPicPr/>
          <p:nvPr/>
        </p:nvPicPr>
        <p:blipFill rotWithShape="1">
          <a:blip r:embed="rId2" cstate="screen">
            <a:extLst>
              <a:ext uri="{28A0092B-C50C-407E-A947-70E740481C1C}">
                <a14:useLocalDpi xmlns:a14="http://schemas.microsoft.com/office/drawing/2010/main"/>
              </a:ext>
            </a:extLst>
          </a:blip>
          <a:srcRect/>
          <a:stretch/>
        </p:blipFill>
        <p:spPr>
          <a:xfrm>
            <a:off x="547836" y="1901193"/>
            <a:ext cx="4536228" cy="4536228"/>
          </a:xfrm>
          <a:custGeom>
            <a:avLst/>
            <a:gdLst>
              <a:gd name="connsiteX0" fmla="*/ 296504 w 2177935"/>
              <a:gd name="connsiteY0" fmla="*/ 0 h 2177935"/>
              <a:gd name="connsiteX1" fmla="*/ 1881431 w 2177935"/>
              <a:gd name="connsiteY1" fmla="*/ 0 h 2177935"/>
              <a:gd name="connsiteX2" fmla="*/ 2177935 w 2177935"/>
              <a:gd name="connsiteY2" fmla="*/ 296504 h 2177935"/>
              <a:gd name="connsiteX3" fmla="*/ 2177935 w 2177935"/>
              <a:gd name="connsiteY3" fmla="*/ 1881431 h 2177935"/>
              <a:gd name="connsiteX4" fmla="*/ 1881431 w 2177935"/>
              <a:gd name="connsiteY4" fmla="*/ 2177935 h 2177935"/>
              <a:gd name="connsiteX5" fmla="*/ 296504 w 2177935"/>
              <a:gd name="connsiteY5" fmla="*/ 2177935 h 2177935"/>
              <a:gd name="connsiteX6" fmla="*/ 0 w 2177935"/>
              <a:gd name="connsiteY6" fmla="*/ 1881431 h 2177935"/>
              <a:gd name="connsiteX7" fmla="*/ 0 w 2177935"/>
              <a:gd name="connsiteY7" fmla="*/ 296504 h 2177935"/>
              <a:gd name="connsiteX8" fmla="*/ 296504 w 2177935"/>
              <a:gd name="connsiteY8" fmla="*/ 0 h 217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935" h="2177935">
                <a:moveTo>
                  <a:pt x="296504" y="0"/>
                </a:moveTo>
                <a:lnTo>
                  <a:pt x="1881431" y="0"/>
                </a:lnTo>
                <a:cubicBezTo>
                  <a:pt x="2045186" y="0"/>
                  <a:pt x="2177935" y="132749"/>
                  <a:pt x="2177935" y="296504"/>
                </a:cubicBezTo>
                <a:lnTo>
                  <a:pt x="2177935" y="1881431"/>
                </a:lnTo>
                <a:cubicBezTo>
                  <a:pt x="2177935" y="2045186"/>
                  <a:pt x="2045186" y="2177935"/>
                  <a:pt x="1881431" y="2177935"/>
                </a:cubicBezTo>
                <a:lnTo>
                  <a:pt x="296504" y="2177935"/>
                </a:lnTo>
                <a:cubicBezTo>
                  <a:pt x="132749" y="2177935"/>
                  <a:pt x="0" y="2045186"/>
                  <a:pt x="0" y="1881431"/>
                </a:cubicBezTo>
                <a:lnTo>
                  <a:pt x="0" y="296504"/>
                </a:lnTo>
                <a:cubicBezTo>
                  <a:pt x="0" y="132749"/>
                  <a:pt x="132749" y="0"/>
                  <a:pt x="296504" y="0"/>
                </a:cubicBezTo>
                <a:close/>
              </a:path>
            </a:pathLst>
          </a:custGeom>
        </p:spPr>
      </p:pic>
      <p:sp>
        <p:nvSpPr>
          <p:cNvPr id="4" name="TextBox 16">
            <a:extLst>
              <a:ext uri="{FF2B5EF4-FFF2-40B4-BE49-F238E27FC236}">
                <a16:creationId xmlns:a16="http://schemas.microsoft.com/office/drawing/2014/main" id="{055EEAE1-3B19-E61B-E35E-1AF2E555434E}"/>
              </a:ext>
            </a:extLst>
          </p:cNvPr>
          <p:cNvSpPr txBox="1"/>
          <p:nvPr/>
        </p:nvSpPr>
        <p:spPr>
          <a:xfrm>
            <a:off x="458515" y="825662"/>
            <a:ext cx="4050047" cy="276999"/>
          </a:xfrm>
          <a:prstGeom prst="rect">
            <a:avLst/>
          </a:prstGeom>
          <a:noFill/>
        </p:spPr>
        <p:txBody>
          <a:bodyPr wrap="square">
            <a:spAutoFit/>
          </a:bodyPr>
          <a:lstStyle/>
          <a:p>
            <a:r>
              <a:rPr lang="en-US" sz="1200" spc="200" dirty="0">
                <a:solidFill>
                  <a:srgbClr val="2CB5E0"/>
                </a:solidFill>
                <a:latin typeface="Impact" panose="020B0806030902050204" pitchFamily="34" charset="0"/>
                <a:cs typeface="Cairo Light" pitchFamily="2" charset="-78"/>
              </a:rPr>
              <a:t>SUB-TÍTULO</a:t>
            </a:r>
            <a:endParaRPr lang="en-US" sz="1200" spc="200" dirty="0">
              <a:solidFill>
                <a:srgbClr val="2CB5E0"/>
              </a:solidFill>
              <a:latin typeface="Impact" panose="020B0806030902050204" pitchFamily="34" charset="0"/>
            </a:endParaRPr>
          </a:p>
        </p:txBody>
      </p:sp>
      <p:sp>
        <p:nvSpPr>
          <p:cNvPr id="5" name="TextBox 15">
            <a:extLst>
              <a:ext uri="{FF2B5EF4-FFF2-40B4-BE49-F238E27FC236}">
                <a16:creationId xmlns:a16="http://schemas.microsoft.com/office/drawing/2014/main" id="{8680E71D-9902-BCD1-2DA8-9CF435954123}"/>
              </a:ext>
            </a:extLst>
          </p:cNvPr>
          <p:cNvSpPr txBox="1"/>
          <p:nvPr/>
        </p:nvSpPr>
        <p:spPr>
          <a:xfrm>
            <a:off x="458519" y="1071040"/>
            <a:ext cx="4191826" cy="584775"/>
          </a:xfrm>
          <a:prstGeom prst="rect">
            <a:avLst/>
          </a:prstGeom>
          <a:noFill/>
        </p:spPr>
        <p:txBody>
          <a:bodyPr wrap="square" rtlCol="0">
            <a:spAutoFit/>
          </a:bodyPr>
          <a:lstStyle/>
          <a:p>
            <a:r>
              <a:rPr lang="en-US" sz="3200" dirty="0">
                <a:solidFill>
                  <a:srgbClr val="2C4293"/>
                </a:solidFill>
                <a:latin typeface="Impact" panose="020B0806030902050204" pitchFamily="34" charset="0"/>
              </a:rPr>
              <a:t>Título 08</a:t>
            </a:r>
          </a:p>
        </p:txBody>
      </p:sp>
      <p:sp>
        <p:nvSpPr>
          <p:cNvPr id="6" name="Rectángulo 5">
            <a:extLst>
              <a:ext uri="{FF2B5EF4-FFF2-40B4-BE49-F238E27FC236}">
                <a16:creationId xmlns:a16="http://schemas.microsoft.com/office/drawing/2014/main" id="{0F69EE38-DA0C-DCE1-67BD-D3A17AFB1E63}"/>
              </a:ext>
            </a:extLst>
          </p:cNvPr>
          <p:cNvSpPr/>
          <p:nvPr/>
        </p:nvSpPr>
        <p:spPr>
          <a:xfrm>
            <a:off x="9085398" y="1285051"/>
            <a:ext cx="2494930" cy="508000"/>
          </a:xfrm>
          <a:prstGeom prst="rect">
            <a:avLst/>
          </a:prstGeom>
          <a:solidFill>
            <a:srgbClr val="2C4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B320233F-BCC6-0438-572A-FE78F0523218}"/>
              </a:ext>
            </a:extLst>
          </p:cNvPr>
          <p:cNvSpPr/>
          <p:nvPr/>
        </p:nvSpPr>
        <p:spPr>
          <a:xfrm>
            <a:off x="6025206" y="1285051"/>
            <a:ext cx="2494930" cy="508000"/>
          </a:xfrm>
          <a:prstGeom prst="rect">
            <a:avLst/>
          </a:prstGeom>
          <a:solidFill>
            <a:srgbClr val="2C4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Google Shape;182;p24">
            <a:extLst>
              <a:ext uri="{FF2B5EF4-FFF2-40B4-BE49-F238E27FC236}">
                <a16:creationId xmlns:a16="http://schemas.microsoft.com/office/drawing/2014/main" id="{616B33FD-A687-EBC6-F6BB-E1D95D8E294C}"/>
              </a:ext>
            </a:extLst>
          </p:cNvPr>
          <p:cNvSpPr txBox="1"/>
          <p:nvPr/>
        </p:nvSpPr>
        <p:spPr>
          <a:xfrm>
            <a:off x="6221870" y="1387384"/>
            <a:ext cx="2101600" cy="338528"/>
          </a:xfrm>
          <a:prstGeom prst="rect">
            <a:avLst/>
          </a:prstGeom>
          <a:noFill/>
          <a:ln>
            <a:noFill/>
          </a:ln>
        </p:spPr>
        <p:txBody>
          <a:bodyPr spcFirstLastPara="1" wrap="square" lIns="60950" tIns="30467" rIns="60950" bIns="30467" anchor="t" anchorCtr="0">
            <a:spAutoFit/>
          </a:bodyPr>
          <a:lstStyle/>
          <a:p>
            <a:pPr algn="ctr"/>
            <a:r>
              <a:rPr lang="en-US" dirty="0">
                <a:solidFill>
                  <a:schemeClr val="lt1"/>
                </a:solidFill>
                <a:latin typeface="Impact" panose="020B0806030902050204" pitchFamily="34" charset="0"/>
                <a:ea typeface="Russo One"/>
                <a:cs typeface="Russo One"/>
                <a:sym typeface="Russo One"/>
              </a:rPr>
              <a:t>TÍTULO 1</a:t>
            </a:r>
            <a:endParaRPr dirty="0">
              <a:solidFill>
                <a:schemeClr val="lt1"/>
              </a:solidFill>
              <a:latin typeface="Impact" panose="020B0806030902050204" pitchFamily="34" charset="0"/>
              <a:ea typeface="Russo One"/>
              <a:cs typeface="Russo One"/>
              <a:sym typeface="Russo One"/>
            </a:endParaRPr>
          </a:p>
        </p:txBody>
      </p:sp>
      <p:sp>
        <p:nvSpPr>
          <p:cNvPr id="9" name="Google Shape;183;p24">
            <a:extLst>
              <a:ext uri="{FF2B5EF4-FFF2-40B4-BE49-F238E27FC236}">
                <a16:creationId xmlns:a16="http://schemas.microsoft.com/office/drawing/2014/main" id="{0145F76A-A7AC-BD1F-5AC0-63E1B7789D9F}"/>
              </a:ext>
            </a:extLst>
          </p:cNvPr>
          <p:cNvSpPr txBox="1"/>
          <p:nvPr/>
        </p:nvSpPr>
        <p:spPr>
          <a:xfrm>
            <a:off x="6248178" y="2199057"/>
            <a:ext cx="2048986" cy="276973"/>
          </a:xfrm>
          <a:prstGeom prst="rect">
            <a:avLst/>
          </a:prstGeom>
          <a:noFill/>
          <a:ln>
            <a:noFill/>
          </a:ln>
        </p:spPr>
        <p:txBody>
          <a:bodyPr spcFirstLastPara="1" wrap="square" lIns="60950" tIns="30467" rIns="60950" bIns="30467" anchor="t" anchorCtr="0">
            <a:spAutoFit/>
          </a:bodyPr>
          <a:lstStyle/>
          <a:p>
            <a:r>
              <a:rPr lang="en-US" sz="1400" b="1" dirty="0">
                <a:solidFill>
                  <a:srgbClr val="2C4293"/>
                </a:solidFill>
                <a:latin typeface="Calibri" panose="020F0502020204030204" pitchFamily="34" charset="0"/>
                <a:ea typeface="Russo One"/>
                <a:cs typeface="Calibri" panose="020F0502020204030204" pitchFamily="34" charset="0"/>
                <a:sym typeface="Russo One"/>
              </a:rPr>
              <a:t>Sub-Título 1</a:t>
            </a:r>
            <a:endParaRPr sz="1400" b="1" dirty="0">
              <a:solidFill>
                <a:srgbClr val="2C4293"/>
              </a:solidFill>
              <a:latin typeface="Calibri" panose="020F0502020204030204" pitchFamily="34" charset="0"/>
              <a:ea typeface="Russo One"/>
              <a:cs typeface="Calibri" panose="020F0502020204030204" pitchFamily="34" charset="0"/>
              <a:sym typeface="Russo One"/>
            </a:endParaRPr>
          </a:p>
        </p:txBody>
      </p:sp>
      <p:sp>
        <p:nvSpPr>
          <p:cNvPr id="10" name="Google Shape;184;p24">
            <a:extLst>
              <a:ext uri="{FF2B5EF4-FFF2-40B4-BE49-F238E27FC236}">
                <a16:creationId xmlns:a16="http://schemas.microsoft.com/office/drawing/2014/main" id="{8204A87C-AC82-BE4D-B957-8C5FEBF3C977}"/>
              </a:ext>
            </a:extLst>
          </p:cNvPr>
          <p:cNvSpPr txBox="1"/>
          <p:nvPr/>
        </p:nvSpPr>
        <p:spPr>
          <a:xfrm>
            <a:off x="6248178" y="2477191"/>
            <a:ext cx="2351246" cy="892526"/>
          </a:xfrm>
          <a:prstGeom prst="rect">
            <a:avLst/>
          </a:prstGeom>
          <a:noFill/>
          <a:ln>
            <a:noFill/>
          </a:ln>
        </p:spPr>
        <p:txBody>
          <a:bodyPr spcFirstLastPara="1" wrap="square" lIns="60950" tIns="30467" rIns="60950" bIns="30467" anchor="t" anchorCtr="0">
            <a:spAutoFit/>
          </a:bodyPr>
          <a:lstStyle/>
          <a:p>
            <a:pPr>
              <a:lnSpc>
                <a:spcPct val="150000"/>
              </a:lnSpc>
            </a:pP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Felis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bibendum</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ut</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tristiqu</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lahe</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egestas</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quis</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Purus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viverra</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its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accumsan</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in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nisl</a:t>
            </a:r>
            <a:r>
              <a:rPr lang="en-US" sz="1200" dirty="0">
                <a:solidFill>
                  <a:schemeClr val="tx1">
                    <a:lumMod val="75000"/>
                    <a:lumOff val="25000"/>
                  </a:schemeClr>
                </a:solidFill>
                <a:latin typeface="Calibri" panose="020F0502020204030204" pitchFamily="34" charset="0"/>
                <a:ea typeface="Mulish"/>
                <a:cs typeface="Calibri" panose="020F0502020204030204" pitchFamily="34" charset="0"/>
                <a:sym typeface="Mulish"/>
              </a:rPr>
              <a:t> </a:t>
            </a:r>
            <a:r>
              <a:rPr lang="en-US" sz="1200" dirty="0" err="1">
                <a:solidFill>
                  <a:schemeClr val="tx1">
                    <a:lumMod val="75000"/>
                    <a:lumOff val="25000"/>
                  </a:schemeClr>
                </a:solidFill>
                <a:latin typeface="Calibri" panose="020F0502020204030204" pitchFamily="34" charset="0"/>
                <a:ea typeface="Mulish"/>
                <a:cs typeface="Calibri" panose="020F0502020204030204" pitchFamily="34" charset="0"/>
                <a:sym typeface="Mulish"/>
              </a:rPr>
              <a:t>eges</a:t>
            </a:r>
            <a:endParaRPr sz="1200"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1" name="Google Shape;185;p24">
            <a:extLst>
              <a:ext uri="{FF2B5EF4-FFF2-40B4-BE49-F238E27FC236}">
                <a16:creationId xmlns:a16="http://schemas.microsoft.com/office/drawing/2014/main" id="{58F828AF-7F9B-3670-DAFB-7BB7086006A9}"/>
              </a:ext>
            </a:extLst>
          </p:cNvPr>
          <p:cNvSpPr txBox="1"/>
          <p:nvPr/>
        </p:nvSpPr>
        <p:spPr>
          <a:xfrm>
            <a:off x="6248178" y="3718052"/>
            <a:ext cx="2048986" cy="276973"/>
          </a:xfrm>
          <a:prstGeom prst="rect">
            <a:avLst/>
          </a:prstGeom>
          <a:noFill/>
          <a:ln>
            <a:noFill/>
          </a:ln>
        </p:spPr>
        <p:txBody>
          <a:bodyPr spcFirstLastPara="1" wrap="square" lIns="60950" tIns="30467" rIns="60950" bIns="30467" anchor="t" anchorCtr="0">
            <a:spAutoFit/>
          </a:bodyPr>
          <a:lstStyle/>
          <a:p>
            <a:r>
              <a:rPr lang="en-US" sz="1400" b="1" dirty="0">
                <a:solidFill>
                  <a:srgbClr val="2C4293"/>
                </a:solidFill>
                <a:latin typeface="Calibri" panose="020F0502020204030204" pitchFamily="34" charset="0"/>
                <a:ea typeface="Russo One"/>
                <a:cs typeface="Calibri" panose="020F0502020204030204" pitchFamily="34" charset="0"/>
                <a:sym typeface="Russo One"/>
              </a:rPr>
              <a:t>Sub-Título 2</a:t>
            </a:r>
            <a:endParaRPr sz="1400" b="1" dirty="0">
              <a:solidFill>
                <a:srgbClr val="2C4293"/>
              </a:solidFill>
              <a:latin typeface="Calibri" panose="020F0502020204030204" pitchFamily="34" charset="0"/>
              <a:ea typeface="Russo One"/>
              <a:cs typeface="Calibri" panose="020F0502020204030204" pitchFamily="34" charset="0"/>
              <a:sym typeface="Russo One"/>
            </a:endParaRPr>
          </a:p>
        </p:txBody>
      </p:sp>
      <p:sp>
        <p:nvSpPr>
          <p:cNvPr id="12" name="Google Shape;186;p24">
            <a:extLst>
              <a:ext uri="{FF2B5EF4-FFF2-40B4-BE49-F238E27FC236}">
                <a16:creationId xmlns:a16="http://schemas.microsoft.com/office/drawing/2014/main" id="{27FCC1A5-E1C1-AE2E-374D-A57E52D32142}"/>
              </a:ext>
            </a:extLst>
          </p:cNvPr>
          <p:cNvSpPr txBox="1"/>
          <p:nvPr/>
        </p:nvSpPr>
        <p:spPr>
          <a:xfrm>
            <a:off x="6248178" y="3996187"/>
            <a:ext cx="2351246" cy="892526"/>
          </a:xfrm>
          <a:prstGeom prst="rect">
            <a:avLst/>
          </a:prstGeom>
          <a:noFill/>
          <a:ln>
            <a:noFill/>
          </a:ln>
        </p:spPr>
        <p:txBody>
          <a:bodyPr spcFirstLastPara="1" wrap="square" lIns="60950" tIns="30467" rIns="60950" bIns="30467" anchor="t" anchorCtr="0">
            <a:spAutoFit/>
          </a:bodyPr>
          <a:lstStyle/>
          <a:p>
            <a:pPr>
              <a:lnSpc>
                <a:spcPct val="150000"/>
              </a:lnSpc>
            </a:pPr>
            <a:r>
              <a:rPr lang="en-US" sz="1200">
                <a:solidFill>
                  <a:schemeClr val="tx1">
                    <a:lumMod val="75000"/>
                    <a:lumOff val="25000"/>
                  </a:schemeClr>
                </a:solidFill>
                <a:latin typeface="Calibri" panose="020F0502020204030204" pitchFamily="34" charset="0"/>
                <a:ea typeface="Mulish"/>
                <a:cs typeface="Calibri" panose="020F0502020204030204" pitchFamily="34" charset="0"/>
                <a:sym typeface="Mulish"/>
              </a:rPr>
              <a:t>Felis bibendum ut tristiqu lahe egestas quis. Purus viverra its accumsan in nisl eges</a:t>
            </a:r>
            <a:endParaRPr sz="1200">
              <a:solidFill>
                <a:schemeClr val="tx1">
                  <a:lumMod val="75000"/>
                  <a:lumOff val="25000"/>
                </a:schemeClr>
              </a:solidFill>
              <a:latin typeface="Calibri" panose="020F0502020204030204" pitchFamily="34" charset="0"/>
              <a:cs typeface="Calibri" panose="020F0502020204030204" pitchFamily="34" charset="0"/>
            </a:endParaRPr>
          </a:p>
        </p:txBody>
      </p:sp>
      <p:sp>
        <p:nvSpPr>
          <p:cNvPr id="13" name="Google Shape;187;p24">
            <a:extLst>
              <a:ext uri="{FF2B5EF4-FFF2-40B4-BE49-F238E27FC236}">
                <a16:creationId xmlns:a16="http://schemas.microsoft.com/office/drawing/2014/main" id="{B5AFB11A-6940-8185-24B6-84510A41C901}"/>
              </a:ext>
            </a:extLst>
          </p:cNvPr>
          <p:cNvSpPr txBox="1"/>
          <p:nvPr/>
        </p:nvSpPr>
        <p:spPr>
          <a:xfrm>
            <a:off x="6248178" y="5237048"/>
            <a:ext cx="2048986" cy="276973"/>
          </a:xfrm>
          <a:prstGeom prst="rect">
            <a:avLst/>
          </a:prstGeom>
          <a:noFill/>
          <a:ln>
            <a:noFill/>
          </a:ln>
        </p:spPr>
        <p:txBody>
          <a:bodyPr spcFirstLastPara="1" wrap="square" lIns="60950" tIns="30467" rIns="60950" bIns="30467" anchor="t" anchorCtr="0">
            <a:spAutoFit/>
          </a:bodyPr>
          <a:lstStyle/>
          <a:p>
            <a:r>
              <a:rPr lang="en-US" sz="1400" b="1" dirty="0">
                <a:solidFill>
                  <a:srgbClr val="2C4293"/>
                </a:solidFill>
                <a:latin typeface="Calibri" panose="020F0502020204030204" pitchFamily="34" charset="0"/>
                <a:ea typeface="Russo One"/>
                <a:cs typeface="Calibri" panose="020F0502020204030204" pitchFamily="34" charset="0"/>
                <a:sym typeface="Russo One"/>
              </a:rPr>
              <a:t>Sub-Título 3</a:t>
            </a:r>
            <a:endParaRPr sz="1400" b="1" dirty="0">
              <a:solidFill>
                <a:srgbClr val="2C4293"/>
              </a:solidFill>
              <a:latin typeface="Calibri" panose="020F0502020204030204" pitchFamily="34" charset="0"/>
              <a:ea typeface="Russo One"/>
              <a:cs typeface="Calibri" panose="020F0502020204030204" pitchFamily="34" charset="0"/>
              <a:sym typeface="Russo One"/>
            </a:endParaRPr>
          </a:p>
        </p:txBody>
      </p:sp>
      <p:sp>
        <p:nvSpPr>
          <p:cNvPr id="14" name="Google Shape;188;p24">
            <a:extLst>
              <a:ext uri="{FF2B5EF4-FFF2-40B4-BE49-F238E27FC236}">
                <a16:creationId xmlns:a16="http://schemas.microsoft.com/office/drawing/2014/main" id="{D87F999E-FA02-8520-2C36-49E2318C58AA}"/>
              </a:ext>
            </a:extLst>
          </p:cNvPr>
          <p:cNvSpPr txBox="1"/>
          <p:nvPr/>
        </p:nvSpPr>
        <p:spPr>
          <a:xfrm>
            <a:off x="6248178" y="5515182"/>
            <a:ext cx="2351246" cy="892526"/>
          </a:xfrm>
          <a:prstGeom prst="rect">
            <a:avLst/>
          </a:prstGeom>
          <a:noFill/>
          <a:ln>
            <a:noFill/>
          </a:ln>
        </p:spPr>
        <p:txBody>
          <a:bodyPr spcFirstLastPara="1" wrap="square" lIns="60950" tIns="30467" rIns="60950" bIns="30467" anchor="t" anchorCtr="0">
            <a:spAutoFit/>
          </a:bodyPr>
          <a:lstStyle/>
          <a:p>
            <a:pPr>
              <a:lnSpc>
                <a:spcPct val="150000"/>
              </a:lnSpc>
            </a:pPr>
            <a:r>
              <a:rPr lang="en-US" sz="1200">
                <a:solidFill>
                  <a:schemeClr val="tx1">
                    <a:lumMod val="75000"/>
                    <a:lumOff val="25000"/>
                  </a:schemeClr>
                </a:solidFill>
                <a:latin typeface="Calibri" panose="020F0502020204030204" pitchFamily="34" charset="0"/>
                <a:ea typeface="Mulish"/>
                <a:cs typeface="Calibri" panose="020F0502020204030204" pitchFamily="34" charset="0"/>
                <a:sym typeface="Mulish"/>
              </a:rPr>
              <a:t>Felis bibendum ut tristiqu lahe egestas quis. Purus viverra its accumsan in nisl eges</a:t>
            </a:r>
            <a:endParaRPr sz="120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Google Shape;189;p24">
            <a:extLst>
              <a:ext uri="{FF2B5EF4-FFF2-40B4-BE49-F238E27FC236}">
                <a16:creationId xmlns:a16="http://schemas.microsoft.com/office/drawing/2014/main" id="{29A67F7B-CDE1-33AD-71B5-56656B146F16}"/>
              </a:ext>
            </a:extLst>
          </p:cNvPr>
          <p:cNvSpPr txBox="1"/>
          <p:nvPr/>
        </p:nvSpPr>
        <p:spPr>
          <a:xfrm>
            <a:off x="9283434" y="2199057"/>
            <a:ext cx="2048986" cy="276973"/>
          </a:xfrm>
          <a:prstGeom prst="rect">
            <a:avLst/>
          </a:prstGeom>
          <a:noFill/>
          <a:ln>
            <a:noFill/>
          </a:ln>
        </p:spPr>
        <p:txBody>
          <a:bodyPr spcFirstLastPara="1" wrap="square" lIns="60950" tIns="30467" rIns="60950" bIns="30467" anchor="t" anchorCtr="0">
            <a:spAutoFit/>
          </a:bodyPr>
          <a:lstStyle/>
          <a:p>
            <a:r>
              <a:rPr lang="en-US" sz="1400" b="1" dirty="0">
                <a:solidFill>
                  <a:srgbClr val="2C4293"/>
                </a:solidFill>
                <a:latin typeface="Calibri" panose="020F0502020204030204" pitchFamily="34" charset="0"/>
                <a:ea typeface="Russo One"/>
                <a:cs typeface="Calibri" panose="020F0502020204030204" pitchFamily="34" charset="0"/>
                <a:sym typeface="Russo One"/>
              </a:rPr>
              <a:t>Sub-Título 1</a:t>
            </a:r>
            <a:endParaRPr sz="1400" b="1" dirty="0">
              <a:solidFill>
                <a:srgbClr val="2C4293"/>
              </a:solidFill>
              <a:latin typeface="Calibri" panose="020F0502020204030204" pitchFamily="34" charset="0"/>
              <a:ea typeface="Russo One"/>
              <a:cs typeface="Calibri" panose="020F0502020204030204" pitchFamily="34" charset="0"/>
              <a:sym typeface="Russo One"/>
            </a:endParaRPr>
          </a:p>
        </p:txBody>
      </p:sp>
      <p:sp>
        <p:nvSpPr>
          <p:cNvPr id="16" name="Google Shape;190;p24">
            <a:extLst>
              <a:ext uri="{FF2B5EF4-FFF2-40B4-BE49-F238E27FC236}">
                <a16:creationId xmlns:a16="http://schemas.microsoft.com/office/drawing/2014/main" id="{736060D9-D29C-6C01-1394-F4C2E0664693}"/>
              </a:ext>
            </a:extLst>
          </p:cNvPr>
          <p:cNvSpPr txBox="1"/>
          <p:nvPr/>
        </p:nvSpPr>
        <p:spPr>
          <a:xfrm>
            <a:off x="9283434" y="2477191"/>
            <a:ext cx="2351246" cy="892526"/>
          </a:xfrm>
          <a:prstGeom prst="rect">
            <a:avLst/>
          </a:prstGeom>
          <a:noFill/>
          <a:ln>
            <a:noFill/>
          </a:ln>
        </p:spPr>
        <p:txBody>
          <a:bodyPr spcFirstLastPara="1" wrap="square" lIns="60950" tIns="30467" rIns="60950" bIns="30467" anchor="t" anchorCtr="0">
            <a:spAutoFit/>
          </a:bodyPr>
          <a:lstStyle/>
          <a:p>
            <a:pPr>
              <a:lnSpc>
                <a:spcPct val="150000"/>
              </a:lnSpc>
            </a:pPr>
            <a:r>
              <a:rPr lang="en-US" sz="1200">
                <a:solidFill>
                  <a:schemeClr val="tx1">
                    <a:lumMod val="75000"/>
                    <a:lumOff val="25000"/>
                  </a:schemeClr>
                </a:solidFill>
                <a:latin typeface="Calibri" panose="020F0502020204030204" pitchFamily="34" charset="0"/>
                <a:ea typeface="Mulish"/>
                <a:cs typeface="Calibri" panose="020F0502020204030204" pitchFamily="34" charset="0"/>
                <a:sym typeface="Mulish"/>
              </a:rPr>
              <a:t>Felis bibendum ut tristiqu lahe egestas quis. Purus viverra its accumsan in nisl eges</a:t>
            </a:r>
            <a:endParaRPr sz="1200">
              <a:solidFill>
                <a:schemeClr val="tx1">
                  <a:lumMod val="75000"/>
                  <a:lumOff val="25000"/>
                </a:schemeClr>
              </a:solidFill>
              <a:latin typeface="Calibri" panose="020F0502020204030204" pitchFamily="34" charset="0"/>
              <a:cs typeface="Calibri" panose="020F0502020204030204" pitchFamily="34" charset="0"/>
            </a:endParaRPr>
          </a:p>
        </p:txBody>
      </p:sp>
      <p:sp>
        <p:nvSpPr>
          <p:cNvPr id="17" name="Google Shape;191;p24">
            <a:extLst>
              <a:ext uri="{FF2B5EF4-FFF2-40B4-BE49-F238E27FC236}">
                <a16:creationId xmlns:a16="http://schemas.microsoft.com/office/drawing/2014/main" id="{2F613115-D2B7-7C02-C301-47D2CA52DFB4}"/>
              </a:ext>
            </a:extLst>
          </p:cNvPr>
          <p:cNvSpPr txBox="1"/>
          <p:nvPr/>
        </p:nvSpPr>
        <p:spPr>
          <a:xfrm>
            <a:off x="9283434" y="3718052"/>
            <a:ext cx="2048986" cy="276973"/>
          </a:xfrm>
          <a:prstGeom prst="rect">
            <a:avLst/>
          </a:prstGeom>
          <a:noFill/>
          <a:ln>
            <a:noFill/>
          </a:ln>
        </p:spPr>
        <p:txBody>
          <a:bodyPr spcFirstLastPara="1" wrap="square" lIns="60950" tIns="30467" rIns="60950" bIns="30467" anchor="t" anchorCtr="0">
            <a:spAutoFit/>
          </a:bodyPr>
          <a:lstStyle/>
          <a:p>
            <a:r>
              <a:rPr lang="en-US" sz="1400" b="1" dirty="0">
                <a:solidFill>
                  <a:srgbClr val="2C4293"/>
                </a:solidFill>
                <a:latin typeface="Calibri" panose="020F0502020204030204" pitchFamily="34" charset="0"/>
                <a:ea typeface="Russo One"/>
                <a:cs typeface="Calibri" panose="020F0502020204030204" pitchFamily="34" charset="0"/>
                <a:sym typeface="Russo One"/>
              </a:rPr>
              <a:t>Sub-Título 2</a:t>
            </a:r>
            <a:endParaRPr sz="1400" b="1" dirty="0">
              <a:solidFill>
                <a:srgbClr val="2C4293"/>
              </a:solidFill>
              <a:latin typeface="Calibri" panose="020F0502020204030204" pitchFamily="34" charset="0"/>
              <a:ea typeface="Russo One"/>
              <a:cs typeface="Calibri" panose="020F0502020204030204" pitchFamily="34" charset="0"/>
              <a:sym typeface="Russo One"/>
            </a:endParaRPr>
          </a:p>
        </p:txBody>
      </p:sp>
      <p:sp>
        <p:nvSpPr>
          <p:cNvPr id="18" name="Google Shape;192;p24">
            <a:extLst>
              <a:ext uri="{FF2B5EF4-FFF2-40B4-BE49-F238E27FC236}">
                <a16:creationId xmlns:a16="http://schemas.microsoft.com/office/drawing/2014/main" id="{0327B1D5-0EA7-844D-28DD-B1937E8023E6}"/>
              </a:ext>
            </a:extLst>
          </p:cNvPr>
          <p:cNvSpPr txBox="1"/>
          <p:nvPr/>
        </p:nvSpPr>
        <p:spPr>
          <a:xfrm>
            <a:off x="9283434" y="3996187"/>
            <a:ext cx="2351246" cy="892526"/>
          </a:xfrm>
          <a:prstGeom prst="rect">
            <a:avLst/>
          </a:prstGeom>
          <a:noFill/>
          <a:ln>
            <a:noFill/>
          </a:ln>
        </p:spPr>
        <p:txBody>
          <a:bodyPr spcFirstLastPara="1" wrap="square" lIns="60950" tIns="30467" rIns="60950" bIns="30467" anchor="t" anchorCtr="0">
            <a:spAutoFit/>
          </a:bodyPr>
          <a:lstStyle/>
          <a:p>
            <a:pPr>
              <a:lnSpc>
                <a:spcPct val="150000"/>
              </a:lnSpc>
            </a:pPr>
            <a:r>
              <a:rPr lang="en-US" sz="1200">
                <a:solidFill>
                  <a:schemeClr val="tx1">
                    <a:lumMod val="75000"/>
                    <a:lumOff val="25000"/>
                  </a:schemeClr>
                </a:solidFill>
                <a:latin typeface="Calibri" panose="020F0502020204030204" pitchFamily="34" charset="0"/>
                <a:ea typeface="Mulish"/>
                <a:cs typeface="Calibri" panose="020F0502020204030204" pitchFamily="34" charset="0"/>
                <a:sym typeface="Mulish"/>
              </a:rPr>
              <a:t>Felis bibendum ut tristiqu lahe egestas quis. Purus viverra its accumsan in nisl eges</a:t>
            </a:r>
            <a:endParaRPr sz="1200">
              <a:solidFill>
                <a:schemeClr val="tx1">
                  <a:lumMod val="75000"/>
                  <a:lumOff val="25000"/>
                </a:schemeClr>
              </a:solidFill>
              <a:latin typeface="Calibri" panose="020F0502020204030204" pitchFamily="34" charset="0"/>
              <a:cs typeface="Calibri" panose="020F0502020204030204" pitchFamily="34" charset="0"/>
            </a:endParaRPr>
          </a:p>
        </p:txBody>
      </p:sp>
      <p:sp>
        <p:nvSpPr>
          <p:cNvPr id="19" name="Google Shape;193;p24">
            <a:extLst>
              <a:ext uri="{FF2B5EF4-FFF2-40B4-BE49-F238E27FC236}">
                <a16:creationId xmlns:a16="http://schemas.microsoft.com/office/drawing/2014/main" id="{EDBE3DB5-DCDE-F18C-2916-C5C7204B19E1}"/>
              </a:ext>
            </a:extLst>
          </p:cNvPr>
          <p:cNvSpPr txBox="1"/>
          <p:nvPr/>
        </p:nvSpPr>
        <p:spPr>
          <a:xfrm>
            <a:off x="9283434" y="5237048"/>
            <a:ext cx="2048986" cy="276973"/>
          </a:xfrm>
          <a:prstGeom prst="rect">
            <a:avLst/>
          </a:prstGeom>
          <a:noFill/>
          <a:ln>
            <a:noFill/>
          </a:ln>
        </p:spPr>
        <p:txBody>
          <a:bodyPr spcFirstLastPara="1" wrap="square" lIns="60950" tIns="30467" rIns="60950" bIns="30467" anchor="t" anchorCtr="0">
            <a:spAutoFit/>
          </a:bodyPr>
          <a:lstStyle/>
          <a:p>
            <a:r>
              <a:rPr lang="en-US" sz="1400" b="1" dirty="0">
                <a:solidFill>
                  <a:srgbClr val="2C4293"/>
                </a:solidFill>
                <a:latin typeface="Calibri" panose="020F0502020204030204" pitchFamily="34" charset="0"/>
                <a:ea typeface="Russo One"/>
                <a:cs typeface="Calibri" panose="020F0502020204030204" pitchFamily="34" charset="0"/>
                <a:sym typeface="Russo One"/>
              </a:rPr>
              <a:t>Sub-Título 3</a:t>
            </a:r>
            <a:endParaRPr sz="1400" b="1" dirty="0">
              <a:solidFill>
                <a:srgbClr val="2C4293"/>
              </a:solidFill>
              <a:latin typeface="Calibri" panose="020F0502020204030204" pitchFamily="34" charset="0"/>
              <a:ea typeface="Russo One"/>
              <a:cs typeface="Calibri" panose="020F0502020204030204" pitchFamily="34" charset="0"/>
              <a:sym typeface="Russo One"/>
            </a:endParaRPr>
          </a:p>
        </p:txBody>
      </p:sp>
      <p:sp>
        <p:nvSpPr>
          <p:cNvPr id="20" name="Google Shape;194;p24">
            <a:extLst>
              <a:ext uri="{FF2B5EF4-FFF2-40B4-BE49-F238E27FC236}">
                <a16:creationId xmlns:a16="http://schemas.microsoft.com/office/drawing/2014/main" id="{10C8A865-98AC-6988-382D-C6F8230882D7}"/>
              </a:ext>
            </a:extLst>
          </p:cNvPr>
          <p:cNvSpPr txBox="1"/>
          <p:nvPr/>
        </p:nvSpPr>
        <p:spPr>
          <a:xfrm>
            <a:off x="9283434" y="5515182"/>
            <a:ext cx="2351246" cy="892526"/>
          </a:xfrm>
          <a:prstGeom prst="rect">
            <a:avLst/>
          </a:prstGeom>
          <a:noFill/>
          <a:ln>
            <a:noFill/>
          </a:ln>
        </p:spPr>
        <p:txBody>
          <a:bodyPr spcFirstLastPara="1" wrap="square" lIns="60950" tIns="30467" rIns="60950" bIns="30467" anchor="t" anchorCtr="0">
            <a:spAutoFit/>
          </a:bodyPr>
          <a:lstStyle/>
          <a:p>
            <a:pPr>
              <a:lnSpc>
                <a:spcPct val="150000"/>
              </a:lnSpc>
            </a:pPr>
            <a:r>
              <a:rPr lang="en-US" sz="1200">
                <a:solidFill>
                  <a:schemeClr val="tx1">
                    <a:lumMod val="75000"/>
                    <a:lumOff val="25000"/>
                  </a:schemeClr>
                </a:solidFill>
                <a:latin typeface="Calibri" panose="020F0502020204030204" pitchFamily="34" charset="0"/>
                <a:ea typeface="Mulish"/>
                <a:cs typeface="Calibri" panose="020F0502020204030204" pitchFamily="34" charset="0"/>
                <a:sym typeface="Mulish"/>
              </a:rPr>
              <a:t>Felis bibendum ut tristiqu lahe egestas quis. Purus viverra its accumsan in nisl eges</a:t>
            </a:r>
            <a:endParaRPr sz="1200">
              <a:solidFill>
                <a:schemeClr val="tx1">
                  <a:lumMod val="75000"/>
                  <a:lumOff val="25000"/>
                </a:schemeClr>
              </a:solidFill>
              <a:latin typeface="Calibri" panose="020F0502020204030204" pitchFamily="34" charset="0"/>
              <a:cs typeface="Calibri" panose="020F0502020204030204" pitchFamily="34" charset="0"/>
            </a:endParaRPr>
          </a:p>
        </p:txBody>
      </p:sp>
      <p:sp>
        <p:nvSpPr>
          <p:cNvPr id="21" name="Google Shape;196;p24">
            <a:extLst>
              <a:ext uri="{FF2B5EF4-FFF2-40B4-BE49-F238E27FC236}">
                <a16:creationId xmlns:a16="http://schemas.microsoft.com/office/drawing/2014/main" id="{C79ED5F5-EB0F-9D82-EEE1-66DA2DE5A013}"/>
              </a:ext>
            </a:extLst>
          </p:cNvPr>
          <p:cNvSpPr txBox="1"/>
          <p:nvPr/>
        </p:nvSpPr>
        <p:spPr>
          <a:xfrm>
            <a:off x="9283434" y="1387384"/>
            <a:ext cx="2101600" cy="338528"/>
          </a:xfrm>
          <a:prstGeom prst="rect">
            <a:avLst/>
          </a:prstGeom>
          <a:noFill/>
          <a:ln>
            <a:noFill/>
          </a:ln>
        </p:spPr>
        <p:txBody>
          <a:bodyPr spcFirstLastPara="1" wrap="square" lIns="60950" tIns="30467" rIns="60950" bIns="30467" anchor="t" anchorCtr="0">
            <a:spAutoFit/>
          </a:bodyPr>
          <a:lstStyle/>
          <a:p>
            <a:pPr algn="ctr"/>
            <a:r>
              <a:rPr lang="en-US" dirty="0">
                <a:solidFill>
                  <a:schemeClr val="lt1"/>
                </a:solidFill>
                <a:latin typeface="Impact" panose="020B0806030902050204" pitchFamily="34" charset="0"/>
                <a:ea typeface="Russo One"/>
                <a:cs typeface="Russo One"/>
                <a:sym typeface="Russo One"/>
              </a:rPr>
              <a:t>TÍTULO 2</a:t>
            </a:r>
          </a:p>
        </p:txBody>
      </p:sp>
    </p:spTree>
    <p:extLst>
      <p:ext uri="{BB962C8B-B14F-4D97-AF65-F5344CB8AC3E}">
        <p14:creationId xmlns:p14="http://schemas.microsoft.com/office/powerpoint/2010/main" val="1740156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6">
            <a:extLst>
              <a:ext uri="{FF2B5EF4-FFF2-40B4-BE49-F238E27FC236}">
                <a16:creationId xmlns:a16="http://schemas.microsoft.com/office/drawing/2014/main" id="{14DCB6D9-8C9A-6000-E61B-E8CE024AB006}"/>
              </a:ext>
            </a:extLst>
          </p:cNvPr>
          <p:cNvSpPr txBox="1"/>
          <p:nvPr/>
        </p:nvSpPr>
        <p:spPr>
          <a:xfrm>
            <a:off x="805041" y="1601391"/>
            <a:ext cx="4877608" cy="584775"/>
          </a:xfrm>
          <a:prstGeom prst="rect">
            <a:avLst/>
          </a:prstGeom>
          <a:noFill/>
        </p:spPr>
        <p:txBody>
          <a:bodyPr wrap="square" rtlCol="0">
            <a:spAutoFit/>
          </a:bodyPr>
          <a:lstStyle/>
          <a:p>
            <a:r>
              <a:rPr lang="en-US" sz="3200" dirty="0">
                <a:solidFill>
                  <a:srgbClr val="2CB5E0"/>
                </a:solidFill>
                <a:latin typeface="Impact" panose="020B0806030902050204" pitchFamily="34" charset="0"/>
              </a:rPr>
              <a:t>09. </a:t>
            </a:r>
            <a:r>
              <a:rPr lang="en-US" sz="3200" dirty="0">
                <a:solidFill>
                  <a:schemeClr val="bg1"/>
                </a:solidFill>
                <a:latin typeface="Impact" panose="020B0806030902050204" pitchFamily="34" charset="0"/>
              </a:rPr>
              <a:t>TÍTULO</a:t>
            </a:r>
            <a:endParaRPr lang="en-ID" sz="3200" dirty="0">
              <a:solidFill>
                <a:schemeClr val="bg1"/>
              </a:solidFill>
              <a:latin typeface="Impact" panose="020B0806030902050204" pitchFamily="34" charset="0"/>
            </a:endParaRPr>
          </a:p>
        </p:txBody>
      </p:sp>
      <p:sp>
        <p:nvSpPr>
          <p:cNvPr id="3" name="TextBox 90">
            <a:extLst>
              <a:ext uri="{FF2B5EF4-FFF2-40B4-BE49-F238E27FC236}">
                <a16:creationId xmlns:a16="http://schemas.microsoft.com/office/drawing/2014/main" id="{E339D88F-D9E3-96F1-F110-29C79C6DD2AE}"/>
              </a:ext>
            </a:extLst>
          </p:cNvPr>
          <p:cNvSpPr txBox="1"/>
          <p:nvPr/>
        </p:nvSpPr>
        <p:spPr>
          <a:xfrm>
            <a:off x="826141" y="2206486"/>
            <a:ext cx="4909249" cy="1351524"/>
          </a:xfrm>
          <a:prstGeom prst="rect">
            <a:avLst/>
          </a:prstGeom>
          <a:noFill/>
        </p:spPr>
        <p:txBody>
          <a:bodyPr wrap="square" rtlCol="0">
            <a:spAutoFit/>
          </a:bodyPr>
          <a:lstStyle/>
          <a:p>
            <a:pPr>
              <a:lnSpc>
                <a:spcPct val="150000"/>
              </a:lnSpc>
            </a:pP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Proin fermentum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leo</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vel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orci</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porta non pulvinar.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Sagittis</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eut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volutpat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odio</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facilisis</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mauris</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sit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amet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massa</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Ut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tellus</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gam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elementum</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sagittis</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vitae et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leo</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duis</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ut</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diam. Vitae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tempusu</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quam</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pellentesque</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nec</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nam</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aliquam</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a:t>
            </a:r>
            <a:r>
              <a:rPr lang="en-US" sz="1400" dirty="0" err="1">
                <a:solidFill>
                  <a:schemeClr val="bg1"/>
                </a:solidFill>
                <a:latin typeface="Calibri" panose="020F0502020204030204" pitchFamily="34" charset="0"/>
                <a:ea typeface="Roboto" panose="02000000000000000000" pitchFamily="2" charset="0"/>
                <a:cs typeface="Calibri" panose="020F0502020204030204" pitchFamily="34" charset="0"/>
              </a:rPr>
              <a:t>sem</a:t>
            </a:r>
            <a:r>
              <a:rPr lang="en-US" sz="1400" dirty="0">
                <a:solidFill>
                  <a:schemeClr val="bg1"/>
                </a:solidFill>
                <a:latin typeface="Calibri" panose="020F0502020204030204" pitchFamily="34" charset="0"/>
                <a:ea typeface="Roboto" panose="02000000000000000000" pitchFamily="2" charset="0"/>
                <a:cs typeface="Calibri" panose="020F0502020204030204" pitchFamily="34" charset="0"/>
              </a:rPr>
              <a:t> et. </a:t>
            </a:r>
          </a:p>
        </p:txBody>
      </p:sp>
      <p:pic>
        <p:nvPicPr>
          <p:cNvPr id="16" name="Imagen 15">
            <a:extLst>
              <a:ext uri="{FF2B5EF4-FFF2-40B4-BE49-F238E27FC236}">
                <a16:creationId xmlns:a16="http://schemas.microsoft.com/office/drawing/2014/main" id="{7DF9EFDC-C98D-334C-91D2-69B637CE8500}"/>
              </a:ext>
            </a:extLst>
          </p:cNvPr>
          <p:cNvPicPr>
            <a:picLocks noChangeAspect="1"/>
          </p:cNvPicPr>
          <p:nvPr/>
        </p:nvPicPr>
        <p:blipFill>
          <a:blip r:embed="rId2"/>
          <a:stretch>
            <a:fillRect/>
          </a:stretch>
        </p:blipFill>
        <p:spPr>
          <a:xfrm>
            <a:off x="915581" y="4029369"/>
            <a:ext cx="2871465" cy="1999661"/>
          </a:xfrm>
          <a:prstGeom prst="rect">
            <a:avLst/>
          </a:prstGeom>
        </p:spPr>
      </p:pic>
      <p:pic>
        <p:nvPicPr>
          <p:cNvPr id="17" name="Marcador de posición de imagen 17">
            <a:extLst>
              <a:ext uri="{FF2B5EF4-FFF2-40B4-BE49-F238E27FC236}">
                <a16:creationId xmlns:a16="http://schemas.microsoft.com/office/drawing/2014/main" id="{80C07CF5-F7F2-1A79-B54A-34F580D30040}"/>
              </a:ext>
            </a:extLst>
          </p:cNvPr>
          <p:cNvPicPr/>
          <p:nvPr/>
        </p:nvPicPr>
        <p:blipFill rotWithShape="1">
          <a:blip r:embed="rId3" cstate="screen">
            <a:extLst>
              <a:ext uri="{28A0092B-C50C-407E-A947-70E740481C1C}">
                <a14:useLocalDpi xmlns:a14="http://schemas.microsoft.com/office/drawing/2010/main"/>
              </a:ext>
            </a:extLst>
          </a:blip>
          <a:srcRect/>
          <a:stretch/>
        </p:blipFill>
        <p:spPr>
          <a:xfrm>
            <a:off x="6572191" y="838927"/>
            <a:ext cx="2549415" cy="2549415"/>
          </a:xfrm>
          <a:custGeom>
            <a:avLst/>
            <a:gdLst>
              <a:gd name="connsiteX0" fmla="*/ 296504 w 2177935"/>
              <a:gd name="connsiteY0" fmla="*/ 0 h 2177935"/>
              <a:gd name="connsiteX1" fmla="*/ 1881431 w 2177935"/>
              <a:gd name="connsiteY1" fmla="*/ 0 h 2177935"/>
              <a:gd name="connsiteX2" fmla="*/ 2177935 w 2177935"/>
              <a:gd name="connsiteY2" fmla="*/ 296504 h 2177935"/>
              <a:gd name="connsiteX3" fmla="*/ 2177935 w 2177935"/>
              <a:gd name="connsiteY3" fmla="*/ 1881431 h 2177935"/>
              <a:gd name="connsiteX4" fmla="*/ 1881431 w 2177935"/>
              <a:gd name="connsiteY4" fmla="*/ 2177935 h 2177935"/>
              <a:gd name="connsiteX5" fmla="*/ 296504 w 2177935"/>
              <a:gd name="connsiteY5" fmla="*/ 2177935 h 2177935"/>
              <a:gd name="connsiteX6" fmla="*/ 0 w 2177935"/>
              <a:gd name="connsiteY6" fmla="*/ 1881431 h 2177935"/>
              <a:gd name="connsiteX7" fmla="*/ 0 w 2177935"/>
              <a:gd name="connsiteY7" fmla="*/ 296504 h 2177935"/>
              <a:gd name="connsiteX8" fmla="*/ 296504 w 2177935"/>
              <a:gd name="connsiteY8" fmla="*/ 0 h 217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935" h="2177935">
                <a:moveTo>
                  <a:pt x="296504" y="0"/>
                </a:moveTo>
                <a:lnTo>
                  <a:pt x="1881431" y="0"/>
                </a:lnTo>
                <a:cubicBezTo>
                  <a:pt x="2045186" y="0"/>
                  <a:pt x="2177935" y="132749"/>
                  <a:pt x="2177935" y="296504"/>
                </a:cubicBezTo>
                <a:lnTo>
                  <a:pt x="2177935" y="1881431"/>
                </a:lnTo>
                <a:cubicBezTo>
                  <a:pt x="2177935" y="2045186"/>
                  <a:pt x="2045186" y="2177935"/>
                  <a:pt x="1881431" y="2177935"/>
                </a:cubicBezTo>
                <a:lnTo>
                  <a:pt x="296504" y="2177935"/>
                </a:lnTo>
                <a:cubicBezTo>
                  <a:pt x="132749" y="2177935"/>
                  <a:pt x="0" y="2045186"/>
                  <a:pt x="0" y="1881431"/>
                </a:cubicBezTo>
                <a:lnTo>
                  <a:pt x="0" y="296504"/>
                </a:lnTo>
                <a:cubicBezTo>
                  <a:pt x="0" y="132749"/>
                  <a:pt x="132749" y="0"/>
                  <a:pt x="296504" y="0"/>
                </a:cubicBezTo>
                <a:close/>
              </a:path>
            </a:pathLst>
          </a:custGeom>
        </p:spPr>
      </p:pic>
      <p:pic>
        <p:nvPicPr>
          <p:cNvPr id="18" name="Marcador de posición de imagen 17">
            <a:extLst>
              <a:ext uri="{FF2B5EF4-FFF2-40B4-BE49-F238E27FC236}">
                <a16:creationId xmlns:a16="http://schemas.microsoft.com/office/drawing/2014/main" id="{B7AFBA5D-6221-B551-F6BE-7B588B243B72}"/>
              </a:ext>
            </a:extLst>
          </p:cNvPr>
          <p:cNvPicPr/>
          <p:nvPr/>
        </p:nvPicPr>
        <p:blipFill>
          <a:blip r:embed="rId4" cstate="screen">
            <a:extLst>
              <a:ext uri="{28A0092B-C50C-407E-A947-70E740481C1C}">
                <a14:useLocalDpi xmlns:a14="http://schemas.microsoft.com/office/drawing/2010/main"/>
              </a:ext>
            </a:extLst>
          </a:blip>
          <a:srcRect/>
          <a:stretch/>
        </p:blipFill>
        <p:spPr>
          <a:xfrm>
            <a:off x="9254431" y="838927"/>
            <a:ext cx="2549415" cy="2549415"/>
          </a:xfrm>
          <a:custGeom>
            <a:avLst/>
            <a:gdLst>
              <a:gd name="connsiteX0" fmla="*/ 296504 w 2177935"/>
              <a:gd name="connsiteY0" fmla="*/ 0 h 2177935"/>
              <a:gd name="connsiteX1" fmla="*/ 1881431 w 2177935"/>
              <a:gd name="connsiteY1" fmla="*/ 0 h 2177935"/>
              <a:gd name="connsiteX2" fmla="*/ 2177935 w 2177935"/>
              <a:gd name="connsiteY2" fmla="*/ 296504 h 2177935"/>
              <a:gd name="connsiteX3" fmla="*/ 2177935 w 2177935"/>
              <a:gd name="connsiteY3" fmla="*/ 1881431 h 2177935"/>
              <a:gd name="connsiteX4" fmla="*/ 1881431 w 2177935"/>
              <a:gd name="connsiteY4" fmla="*/ 2177935 h 2177935"/>
              <a:gd name="connsiteX5" fmla="*/ 296504 w 2177935"/>
              <a:gd name="connsiteY5" fmla="*/ 2177935 h 2177935"/>
              <a:gd name="connsiteX6" fmla="*/ 0 w 2177935"/>
              <a:gd name="connsiteY6" fmla="*/ 1881431 h 2177935"/>
              <a:gd name="connsiteX7" fmla="*/ 0 w 2177935"/>
              <a:gd name="connsiteY7" fmla="*/ 296504 h 2177935"/>
              <a:gd name="connsiteX8" fmla="*/ 296504 w 2177935"/>
              <a:gd name="connsiteY8" fmla="*/ 0 h 217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935" h="2177935">
                <a:moveTo>
                  <a:pt x="296504" y="0"/>
                </a:moveTo>
                <a:lnTo>
                  <a:pt x="1881431" y="0"/>
                </a:lnTo>
                <a:cubicBezTo>
                  <a:pt x="2045186" y="0"/>
                  <a:pt x="2177935" y="132749"/>
                  <a:pt x="2177935" y="296504"/>
                </a:cubicBezTo>
                <a:lnTo>
                  <a:pt x="2177935" y="1881431"/>
                </a:lnTo>
                <a:cubicBezTo>
                  <a:pt x="2177935" y="2045186"/>
                  <a:pt x="2045186" y="2177935"/>
                  <a:pt x="1881431" y="2177935"/>
                </a:cubicBezTo>
                <a:lnTo>
                  <a:pt x="296504" y="2177935"/>
                </a:lnTo>
                <a:cubicBezTo>
                  <a:pt x="132749" y="2177935"/>
                  <a:pt x="0" y="2045186"/>
                  <a:pt x="0" y="1881431"/>
                </a:cubicBezTo>
                <a:lnTo>
                  <a:pt x="0" y="296504"/>
                </a:lnTo>
                <a:cubicBezTo>
                  <a:pt x="0" y="132749"/>
                  <a:pt x="132749" y="0"/>
                  <a:pt x="296504" y="0"/>
                </a:cubicBezTo>
                <a:close/>
              </a:path>
            </a:pathLst>
          </a:custGeom>
        </p:spPr>
      </p:pic>
      <p:pic>
        <p:nvPicPr>
          <p:cNvPr id="19" name="Marcador de posición de imagen 17">
            <a:extLst>
              <a:ext uri="{FF2B5EF4-FFF2-40B4-BE49-F238E27FC236}">
                <a16:creationId xmlns:a16="http://schemas.microsoft.com/office/drawing/2014/main" id="{85332525-E119-D52F-3AF1-E13994ABD6B1}"/>
              </a:ext>
            </a:extLst>
          </p:cNvPr>
          <p:cNvPicPr/>
          <p:nvPr/>
        </p:nvPicPr>
        <p:blipFill>
          <a:blip r:embed="rId5" cstate="screen">
            <a:extLst>
              <a:ext uri="{28A0092B-C50C-407E-A947-70E740481C1C}">
                <a14:useLocalDpi xmlns:a14="http://schemas.microsoft.com/office/drawing/2010/main"/>
              </a:ext>
            </a:extLst>
          </a:blip>
          <a:srcRect/>
          <a:stretch/>
        </p:blipFill>
        <p:spPr>
          <a:xfrm>
            <a:off x="6572191" y="3545551"/>
            <a:ext cx="2549415" cy="2549415"/>
          </a:xfrm>
          <a:custGeom>
            <a:avLst/>
            <a:gdLst>
              <a:gd name="connsiteX0" fmla="*/ 296504 w 2177935"/>
              <a:gd name="connsiteY0" fmla="*/ 0 h 2177935"/>
              <a:gd name="connsiteX1" fmla="*/ 1881431 w 2177935"/>
              <a:gd name="connsiteY1" fmla="*/ 0 h 2177935"/>
              <a:gd name="connsiteX2" fmla="*/ 2177935 w 2177935"/>
              <a:gd name="connsiteY2" fmla="*/ 296504 h 2177935"/>
              <a:gd name="connsiteX3" fmla="*/ 2177935 w 2177935"/>
              <a:gd name="connsiteY3" fmla="*/ 1881431 h 2177935"/>
              <a:gd name="connsiteX4" fmla="*/ 1881431 w 2177935"/>
              <a:gd name="connsiteY4" fmla="*/ 2177935 h 2177935"/>
              <a:gd name="connsiteX5" fmla="*/ 296504 w 2177935"/>
              <a:gd name="connsiteY5" fmla="*/ 2177935 h 2177935"/>
              <a:gd name="connsiteX6" fmla="*/ 0 w 2177935"/>
              <a:gd name="connsiteY6" fmla="*/ 1881431 h 2177935"/>
              <a:gd name="connsiteX7" fmla="*/ 0 w 2177935"/>
              <a:gd name="connsiteY7" fmla="*/ 296504 h 2177935"/>
              <a:gd name="connsiteX8" fmla="*/ 296504 w 2177935"/>
              <a:gd name="connsiteY8" fmla="*/ 0 h 217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935" h="2177935">
                <a:moveTo>
                  <a:pt x="296504" y="0"/>
                </a:moveTo>
                <a:lnTo>
                  <a:pt x="1881431" y="0"/>
                </a:lnTo>
                <a:cubicBezTo>
                  <a:pt x="2045186" y="0"/>
                  <a:pt x="2177935" y="132749"/>
                  <a:pt x="2177935" y="296504"/>
                </a:cubicBezTo>
                <a:lnTo>
                  <a:pt x="2177935" y="1881431"/>
                </a:lnTo>
                <a:cubicBezTo>
                  <a:pt x="2177935" y="2045186"/>
                  <a:pt x="2045186" y="2177935"/>
                  <a:pt x="1881431" y="2177935"/>
                </a:cubicBezTo>
                <a:lnTo>
                  <a:pt x="296504" y="2177935"/>
                </a:lnTo>
                <a:cubicBezTo>
                  <a:pt x="132749" y="2177935"/>
                  <a:pt x="0" y="2045186"/>
                  <a:pt x="0" y="1881431"/>
                </a:cubicBezTo>
                <a:lnTo>
                  <a:pt x="0" y="296504"/>
                </a:lnTo>
                <a:cubicBezTo>
                  <a:pt x="0" y="132749"/>
                  <a:pt x="132749" y="0"/>
                  <a:pt x="296504" y="0"/>
                </a:cubicBezTo>
                <a:close/>
              </a:path>
            </a:pathLst>
          </a:custGeom>
        </p:spPr>
      </p:pic>
      <p:pic>
        <p:nvPicPr>
          <p:cNvPr id="20" name="Marcador de posición de imagen 17">
            <a:extLst>
              <a:ext uri="{FF2B5EF4-FFF2-40B4-BE49-F238E27FC236}">
                <a16:creationId xmlns:a16="http://schemas.microsoft.com/office/drawing/2014/main" id="{FFEA4E6A-B47D-37E5-EBAE-AA286BCE556E}"/>
              </a:ext>
            </a:extLst>
          </p:cNvPr>
          <p:cNvPicPr/>
          <p:nvPr/>
        </p:nvPicPr>
        <p:blipFill>
          <a:blip r:embed="rId6" cstate="screen">
            <a:extLst>
              <a:ext uri="{28A0092B-C50C-407E-A947-70E740481C1C}">
                <a14:useLocalDpi xmlns:a14="http://schemas.microsoft.com/office/drawing/2010/main"/>
              </a:ext>
            </a:extLst>
          </a:blip>
          <a:srcRect/>
          <a:stretch/>
        </p:blipFill>
        <p:spPr>
          <a:xfrm>
            <a:off x="9254431" y="3545551"/>
            <a:ext cx="2549415" cy="2549415"/>
          </a:xfrm>
          <a:custGeom>
            <a:avLst/>
            <a:gdLst>
              <a:gd name="connsiteX0" fmla="*/ 296504 w 2177935"/>
              <a:gd name="connsiteY0" fmla="*/ 0 h 2177935"/>
              <a:gd name="connsiteX1" fmla="*/ 1881431 w 2177935"/>
              <a:gd name="connsiteY1" fmla="*/ 0 h 2177935"/>
              <a:gd name="connsiteX2" fmla="*/ 2177935 w 2177935"/>
              <a:gd name="connsiteY2" fmla="*/ 296504 h 2177935"/>
              <a:gd name="connsiteX3" fmla="*/ 2177935 w 2177935"/>
              <a:gd name="connsiteY3" fmla="*/ 1881431 h 2177935"/>
              <a:gd name="connsiteX4" fmla="*/ 1881431 w 2177935"/>
              <a:gd name="connsiteY4" fmla="*/ 2177935 h 2177935"/>
              <a:gd name="connsiteX5" fmla="*/ 296504 w 2177935"/>
              <a:gd name="connsiteY5" fmla="*/ 2177935 h 2177935"/>
              <a:gd name="connsiteX6" fmla="*/ 0 w 2177935"/>
              <a:gd name="connsiteY6" fmla="*/ 1881431 h 2177935"/>
              <a:gd name="connsiteX7" fmla="*/ 0 w 2177935"/>
              <a:gd name="connsiteY7" fmla="*/ 296504 h 2177935"/>
              <a:gd name="connsiteX8" fmla="*/ 296504 w 2177935"/>
              <a:gd name="connsiteY8" fmla="*/ 0 h 217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7935" h="2177935">
                <a:moveTo>
                  <a:pt x="296504" y="0"/>
                </a:moveTo>
                <a:lnTo>
                  <a:pt x="1881431" y="0"/>
                </a:lnTo>
                <a:cubicBezTo>
                  <a:pt x="2045186" y="0"/>
                  <a:pt x="2177935" y="132749"/>
                  <a:pt x="2177935" y="296504"/>
                </a:cubicBezTo>
                <a:lnTo>
                  <a:pt x="2177935" y="1881431"/>
                </a:lnTo>
                <a:cubicBezTo>
                  <a:pt x="2177935" y="2045186"/>
                  <a:pt x="2045186" y="2177935"/>
                  <a:pt x="1881431" y="2177935"/>
                </a:cubicBezTo>
                <a:lnTo>
                  <a:pt x="296504" y="2177935"/>
                </a:lnTo>
                <a:cubicBezTo>
                  <a:pt x="132749" y="2177935"/>
                  <a:pt x="0" y="2045186"/>
                  <a:pt x="0" y="1881431"/>
                </a:cubicBezTo>
                <a:lnTo>
                  <a:pt x="0" y="296504"/>
                </a:lnTo>
                <a:cubicBezTo>
                  <a:pt x="0" y="132749"/>
                  <a:pt x="132749" y="0"/>
                  <a:pt x="296504" y="0"/>
                </a:cubicBezTo>
                <a:close/>
              </a:path>
            </a:pathLst>
          </a:custGeom>
        </p:spPr>
      </p:pic>
    </p:spTree>
    <p:extLst>
      <p:ext uri="{BB962C8B-B14F-4D97-AF65-F5344CB8AC3E}">
        <p14:creationId xmlns:p14="http://schemas.microsoft.com/office/powerpoint/2010/main" val="370431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16;p46">
            <a:extLst>
              <a:ext uri="{FF2B5EF4-FFF2-40B4-BE49-F238E27FC236}">
                <a16:creationId xmlns:a16="http://schemas.microsoft.com/office/drawing/2014/main" id="{463DB252-1731-88CF-B6A4-430A80259C8A}"/>
              </a:ext>
            </a:extLst>
          </p:cNvPr>
          <p:cNvSpPr txBox="1"/>
          <p:nvPr/>
        </p:nvSpPr>
        <p:spPr>
          <a:xfrm>
            <a:off x="1286740" y="1227921"/>
            <a:ext cx="9618521" cy="677082"/>
          </a:xfrm>
          <a:prstGeom prst="rect">
            <a:avLst/>
          </a:prstGeom>
          <a:noFill/>
          <a:ln>
            <a:noFill/>
          </a:ln>
        </p:spPr>
        <p:txBody>
          <a:bodyPr spcFirstLastPara="1" wrap="square" lIns="60950" tIns="30467" rIns="60950" bIns="30467" anchor="t" anchorCtr="0">
            <a:spAutoFit/>
          </a:bodyPr>
          <a:lstStyle/>
          <a:p>
            <a:pPr algn="ctr"/>
            <a:r>
              <a:rPr lang="en-US" sz="4000" dirty="0">
                <a:solidFill>
                  <a:srgbClr val="2CB5E0"/>
                </a:solidFill>
                <a:latin typeface="Impact" panose="020B0806030902050204" pitchFamily="34" charset="0"/>
                <a:ea typeface="Russo One"/>
                <a:cs typeface="Russo One"/>
                <a:sym typeface="Russo One"/>
              </a:rPr>
              <a:t>10. </a:t>
            </a:r>
            <a:r>
              <a:rPr lang="en-US" sz="4000" dirty="0">
                <a:solidFill>
                  <a:schemeClr val="bg1"/>
                </a:solidFill>
                <a:latin typeface="Impact" panose="020B0806030902050204" pitchFamily="34" charset="0"/>
                <a:ea typeface="Russo One"/>
                <a:cs typeface="Russo One"/>
                <a:sym typeface="Russo One"/>
              </a:rPr>
              <a:t>LÍNEA DE TIEMPO</a:t>
            </a:r>
            <a:endParaRPr sz="4000" dirty="0">
              <a:solidFill>
                <a:schemeClr val="bg1"/>
              </a:solidFill>
              <a:latin typeface="Impact" panose="020B0806030902050204" pitchFamily="34" charset="0"/>
              <a:ea typeface="Russo One"/>
              <a:cs typeface="Russo One"/>
              <a:sym typeface="Russo One"/>
            </a:endParaRPr>
          </a:p>
        </p:txBody>
      </p:sp>
      <p:sp>
        <p:nvSpPr>
          <p:cNvPr id="3" name="Rectangle: Rounded Corners 9">
            <a:extLst>
              <a:ext uri="{FF2B5EF4-FFF2-40B4-BE49-F238E27FC236}">
                <a16:creationId xmlns:a16="http://schemas.microsoft.com/office/drawing/2014/main" id="{C33C2038-1C9B-F313-2689-C68519D69731}"/>
              </a:ext>
            </a:extLst>
          </p:cNvPr>
          <p:cNvSpPr/>
          <p:nvPr/>
        </p:nvSpPr>
        <p:spPr>
          <a:xfrm>
            <a:off x="1112338" y="3795955"/>
            <a:ext cx="9933614" cy="201751"/>
          </a:xfrm>
          <a:prstGeom prst="roundRect">
            <a:avLst>
              <a:gd name="adj" fmla="val 50000"/>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Google Shape;724;p46">
            <a:extLst>
              <a:ext uri="{FF2B5EF4-FFF2-40B4-BE49-F238E27FC236}">
                <a16:creationId xmlns:a16="http://schemas.microsoft.com/office/drawing/2014/main" id="{3093C9C6-E38D-4131-4A35-A32561FACC6A}"/>
              </a:ext>
            </a:extLst>
          </p:cNvPr>
          <p:cNvSpPr/>
          <p:nvPr/>
        </p:nvSpPr>
        <p:spPr>
          <a:xfrm>
            <a:off x="9816306" y="3423176"/>
            <a:ext cx="831832" cy="831832"/>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5" name="Google Shape;724;p46">
            <a:extLst>
              <a:ext uri="{FF2B5EF4-FFF2-40B4-BE49-F238E27FC236}">
                <a16:creationId xmlns:a16="http://schemas.microsoft.com/office/drawing/2014/main" id="{B5A95A6F-1ACE-EACD-BFF8-B9E5E086642C}"/>
              </a:ext>
            </a:extLst>
          </p:cNvPr>
          <p:cNvSpPr/>
          <p:nvPr/>
        </p:nvSpPr>
        <p:spPr>
          <a:xfrm>
            <a:off x="7751337" y="3423176"/>
            <a:ext cx="831832" cy="831832"/>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6" name="Google Shape;724;p46">
            <a:extLst>
              <a:ext uri="{FF2B5EF4-FFF2-40B4-BE49-F238E27FC236}">
                <a16:creationId xmlns:a16="http://schemas.microsoft.com/office/drawing/2014/main" id="{E7D10205-78A3-98EE-F4A8-84443610B9A5}"/>
              </a:ext>
            </a:extLst>
          </p:cNvPr>
          <p:cNvSpPr/>
          <p:nvPr/>
        </p:nvSpPr>
        <p:spPr>
          <a:xfrm>
            <a:off x="5678697" y="3423176"/>
            <a:ext cx="831832" cy="831832"/>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7" name="Google Shape;724;p46">
            <a:extLst>
              <a:ext uri="{FF2B5EF4-FFF2-40B4-BE49-F238E27FC236}">
                <a16:creationId xmlns:a16="http://schemas.microsoft.com/office/drawing/2014/main" id="{DCE334D3-FA03-C745-2693-8E9B07390C62}"/>
              </a:ext>
            </a:extLst>
          </p:cNvPr>
          <p:cNvSpPr/>
          <p:nvPr/>
        </p:nvSpPr>
        <p:spPr>
          <a:xfrm>
            <a:off x="3606057" y="3423176"/>
            <a:ext cx="831832" cy="831832"/>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8" name="Google Shape;724;p46">
            <a:extLst>
              <a:ext uri="{FF2B5EF4-FFF2-40B4-BE49-F238E27FC236}">
                <a16:creationId xmlns:a16="http://schemas.microsoft.com/office/drawing/2014/main" id="{C4FADDA2-589B-7CF5-50AB-43D3449B806A}"/>
              </a:ext>
            </a:extLst>
          </p:cNvPr>
          <p:cNvSpPr/>
          <p:nvPr/>
        </p:nvSpPr>
        <p:spPr>
          <a:xfrm>
            <a:off x="1545609" y="3423176"/>
            <a:ext cx="831832" cy="831832"/>
          </a:xfrm>
          <a:custGeom>
            <a:avLst/>
            <a:gdLst/>
            <a:ahLst/>
            <a:cxnLst/>
            <a:rect l="l" t="t" r="r" b="b"/>
            <a:pathLst>
              <a:path w="1885950" h="1885950" extrusionOk="0">
                <a:moveTo>
                  <a:pt x="942975" y="0"/>
                </a:moveTo>
                <a:cubicBezTo>
                  <a:pt x="1463766" y="0"/>
                  <a:pt x="1885950" y="422184"/>
                  <a:pt x="1885950" y="942975"/>
                </a:cubicBezTo>
                <a:cubicBezTo>
                  <a:pt x="1885950" y="1463766"/>
                  <a:pt x="1463766" y="1885950"/>
                  <a:pt x="942975" y="1885950"/>
                </a:cubicBezTo>
                <a:cubicBezTo>
                  <a:pt x="422184" y="1885950"/>
                  <a:pt x="0" y="1463766"/>
                  <a:pt x="0" y="942975"/>
                </a:cubicBezTo>
                <a:cubicBezTo>
                  <a:pt x="0" y="422184"/>
                  <a:pt x="422184" y="0"/>
                  <a:pt x="942975" y="0"/>
                </a:cubicBezTo>
                <a:close/>
              </a:path>
            </a:pathLst>
          </a:custGeom>
          <a:solidFill>
            <a:srgbClr val="2CB5E0"/>
          </a:solidFill>
          <a:ln>
            <a:noFill/>
          </a:ln>
        </p:spPr>
        <p:txBody>
          <a:bodyPr spcFirstLastPara="1" wrap="square" lIns="60950" tIns="30467" rIns="60950" bIns="30467" anchor="ctr" anchorCtr="0">
            <a:noAutofit/>
          </a:bodyPr>
          <a:lstStyle/>
          <a:p>
            <a:pPr algn="ctr"/>
            <a:endParaRPr sz="1200">
              <a:solidFill>
                <a:schemeClr val="lt1"/>
              </a:solidFill>
              <a:latin typeface="Calibri"/>
              <a:ea typeface="Calibri"/>
              <a:cs typeface="Calibri"/>
              <a:sym typeface="Calibri"/>
            </a:endParaRPr>
          </a:p>
        </p:txBody>
      </p:sp>
      <p:sp>
        <p:nvSpPr>
          <p:cNvPr id="9" name="Google Shape;730;p46" descr="Computer with solid fill">
            <a:extLst>
              <a:ext uri="{FF2B5EF4-FFF2-40B4-BE49-F238E27FC236}">
                <a16:creationId xmlns:a16="http://schemas.microsoft.com/office/drawing/2014/main" id="{5DD1F21B-BBEB-F534-8AA8-24F2C2F8C86F}"/>
              </a:ext>
            </a:extLst>
          </p:cNvPr>
          <p:cNvSpPr/>
          <p:nvPr/>
        </p:nvSpPr>
        <p:spPr>
          <a:xfrm>
            <a:off x="5820000" y="3674506"/>
            <a:ext cx="360000" cy="336000"/>
          </a:xfrm>
          <a:custGeom>
            <a:avLst/>
            <a:gdLst/>
            <a:ahLst/>
            <a:cxnLst/>
            <a:rect l="l" t="t" r="r" b="b"/>
            <a:pathLst>
              <a:path w="540000" h="504000" extrusionOk="0">
                <a:moveTo>
                  <a:pt x="486000" y="342000"/>
                </a:moveTo>
                <a:lnTo>
                  <a:pt x="54000" y="342000"/>
                </a:lnTo>
                <a:lnTo>
                  <a:pt x="54000" y="54000"/>
                </a:lnTo>
                <a:lnTo>
                  <a:pt x="486000" y="54000"/>
                </a:lnTo>
                <a:lnTo>
                  <a:pt x="486000" y="342000"/>
                </a:lnTo>
                <a:close/>
                <a:moveTo>
                  <a:pt x="504000" y="0"/>
                </a:moveTo>
                <a:lnTo>
                  <a:pt x="36000" y="0"/>
                </a:lnTo>
                <a:cubicBezTo>
                  <a:pt x="16200" y="0"/>
                  <a:pt x="0" y="16200"/>
                  <a:pt x="0" y="36000"/>
                </a:cubicBezTo>
                <a:lnTo>
                  <a:pt x="0" y="360000"/>
                </a:lnTo>
                <a:cubicBezTo>
                  <a:pt x="0" y="379800"/>
                  <a:pt x="16200" y="396000"/>
                  <a:pt x="36000" y="396000"/>
                </a:cubicBezTo>
                <a:lnTo>
                  <a:pt x="216000" y="396000"/>
                </a:lnTo>
                <a:lnTo>
                  <a:pt x="216000" y="450000"/>
                </a:lnTo>
                <a:lnTo>
                  <a:pt x="135000" y="450000"/>
                </a:lnTo>
                <a:lnTo>
                  <a:pt x="135000" y="504000"/>
                </a:lnTo>
                <a:lnTo>
                  <a:pt x="405000" y="504000"/>
                </a:lnTo>
                <a:lnTo>
                  <a:pt x="405000" y="450000"/>
                </a:lnTo>
                <a:lnTo>
                  <a:pt x="324000" y="450000"/>
                </a:lnTo>
                <a:lnTo>
                  <a:pt x="324000" y="396000"/>
                </a:lnTo>
                <a:lnTo>
                  <a:pt x="504000" y="396000"/>
                </a:lnTo>
                <a:cubicBezTo>
                  <a:pt x="523800" y="396000"/>
                  <a:pt x="540000" y="379800"/>
                  <a:pt x="540000" y="360000"/>
                </a:cubicBezTo>
                <a:lnTo>
                  <a:pt x="540000" y="36000"/>
                </a:lnTo>
                <a:cubicBezTo>
                  <a:pt x="540000" y="16200"/>
                  <a:pt x="523800" y="0"/>
                  <a:pt x="504000" y="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0" name="Google Shape;731;p46" descr="Computer with solid fill">
            <a:extLst>
              <a:ext uri="{FF2B5EF4-FFF2-40B4-BE49-F238E27FC236}">
                <a16:creationId xmlns:a16="http://schemas.microsoft.com/office/drawing/2014/main" id="{A72029EF-34EC-9AFC-4984-9EB084B0DB84}"/>
              </a:ext>
            </a:extLst>
          </p:cNvPr>
          <p:cNvSpPr/>
          <p:nvPr/>
        </p:nvSpPr>
        <p:spPr>
          <a:xfrm>
            <a:off x="6204000" y="3674506"/>
            <a:ext cx="168000" cy="336000"/>
          </a:xfrm>
          <a:custGeom>
            <a:avLst/>
            <a:gdLst/>
            <a:ahLst/>
            <a:cxnLst/>
            <a:rect l="l" t="t" r="r" b="b"/>
            <a:pathLst>
              <a:path w="252000" h="504000" extrusionOk="0">
                <a:moveTo>
                  <a:pt x="216000" y="90000"/>
                </a:moveTo>
                <a:lnTo>
                  <a:pt x="36000" y="90000"/>
                </a:lnTo>
                <a:lnTo>
                  <a:pt x="36000" y="36000"/>
                </a:lnTo>
                <a:lnTo>
                  <a:pt x="216000" y="36000"/>
                </a:lnTo>
                <a:lnTo>
                  <a:pt x="216000" y="90000"/>
                </a:lnTo>
                <a:close/>
                <a:moveTo>
                  <a:pt x="216000" y="180000"/>
                </a:moveTo>
                <a:lnTo>
                  <a:pt x="36000" y="180000"/>
                </a:lnTo>
                <a:lnTo>
                  <a:pt x="36000" y="126000"/>
                </a:lnTo>
                <a:lnTo>
                  <a:pt x="216000" y="126000"/>
                </a:lnTo>
                <a:lnTo>
                  <a:pt x="216000" y="180000"/>
                </a:lnTo>
                <a:close/>
                <a:moveTo>
                  <a:pt x="126000" y="450000"/>
                </a:moveTo>
                <a:cubicBezTo>
                  <a:pt x="110700" y="450000"/>
                  <a:pt x="99000" y="438300"/>
                  <a:pt x="99000" y="423000"/>
                </a:cubicBezTo>
                <a:cubicBezTo>
                  <a:pt x="99000" y="407700"/>
                  <a:pt x="110700" y="396000"/>
                  <a:pt x="126000" y="396000"/>
                </a:cubicBezTo>
                <a:cubicBezTo>
                  <a:pt x="141300" y="396000"/>
                  <a:pt x="153000" y="407700"/>
                  <a:pt x="153000" y="423000"/>
                </a:cubicBezTo>
                <a:cubicBezTo>
                  <a:pt x="153000" y="438300"/>
                  <a:pt x="141300" y="450000"/>
                  <a:pt x="126000" y="450000"/>
                </a:cubicBezTo>
                <a:close/>
                <a:moveTo>
                  <a:pt x="216000" y="0"/>
                </a:moveTo>
                <a:lnTo>
                  <a:pt x="36000" y="0"/>
                </a:lnTo>
                <a:cubicBezTo>
                  <a:pt x="16200" y="0"/>
                  <a:pt x="0" y="16200"/>
                  <a:pt x="0" y="36000"/>
                </a:cubicBezTo>
                <a:lnTo>
                  <a:pt x="0" y="468000"/>
                </a:lnTo>
                <a:cubicBezTo>
                  <a:pt x="0" y="487800"/>
                  <a:pt x="16200" y="504000"/>
                  <a:pt x="36000" y="504000"/>
                </a:cubicBezTo>
                <a:lnTo>
                  <a:pt x="216000" y="504000"/>
                </a:lnTo>
                <a:cubicBezTo>
                  <a:pt x="235800" y="504000"/>
                  <a:pt x="252000" y="487800"/>
                  <a:pt x="252000" y="468000"/>
                </a:cubicBezTo>
                <a:lnTo>
                  <a:pt x="252000" y="36000"/>
                </a:lnTo>
                <a:cubicBezTo>
                  <a:pt x="252000" y="16200"/>
                  <a:pt x="235800" y="0"/>
                  <a:pt x="216000" y="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1" name="Google Shape;733;p46" descr="Web cam with solid fill">
            <a:extLst>
              <a:ext uri="{FF2B5EF4-FFF2-40B4-BE49-F238E27FC236}">
                <a16:creationId xmlns:a16="http://schemas.microsoft.com/office/drawing/2014/main" id="{EB132DC4-15B9-549A-ACCB-136C85D9071D}"/>
              </a:ext>
            </a:extLst>
          </p:cNvPr>
          <p:cNvSpPr/>
          <p:nvPr/>
        </p:nvSpPr>
        <p:spPr>
          <a:xfrm>
            <a:off x="3859054" y="3638506"/>
            <a:ext cx="336000" cy="408000"/>
          </a:xfrm>
          <a:custGeom>
            <a:avLst/>
            <a:gdLst/>
            <a:ahLst/>
            <a:cxnLst/>
            <a:rect l="l" t="t" r="r" b="b"/>
            <a:pathLst>
              <a:path w="504000" h="612000" extrusionOk="0">
                <a:moveTo>
                  <a:pt x="108000" y="252000"/>
                </a:moveTo>
                <a:cubicBezTo>
                  <a:pt x="108000" y="172800"/>
                  <a:pt x="172800" y="108000"/>
                  <a:pt x="252000" y="108000"/>
                </a:cubicBezTo>
                <a:cubicBezTo>
                  <a:pt x="331200" y="108000"/>
                  <a:pt x="396000" y="172800"/>
                  <a:pt x="396000" y="252000"/>
                </a:cubicBezTo>
                <a:cubicBezTo>
                  <a:pt x="396000" y="331200"/>
                  <a:pt x="331200" y="396000"/>
                  <a:pt x="252000" y="396000"/>
                </a:cubicBezTo>
                <a:cubicBezTo>
                  <a:pt x="172800" y="396000"/>
                  <a:pt x="108000" y="331200"/>
                  <a:pt x="108000" y="252000"/>
                </a:cubicBezTo>
                <a:close/>
                <a:moveTo>
                  <a:pt x="252000" y="36000"/>
                </a:moveTo>
                <a:cubicBezTo>
                  <a:pt x="261900" y="36000"/>
                  <a:pt x="270000" y="44100"/>
                  <a:pt x="270000" y="54000"/>
                </a:cubicBezTo>
                <a:cubicBezTo>
                  <a:pt x="270000" y="63900"/>
                  <a:pt x="261900" y="72000"/>
                  <a:pt x="252000" y="72000"/>
                </a:cubicBezTo>
                <a:cubicBezTo>
                  <a:pt x="242100" y="72000"/>
                  <a:pt x="234000" y="63900"/>
                  <a:pt x="234000" y="54000"/>
                </a:cubicBezTo>
                <a:cubicBezTo>
                  <a:pt x="234000" y="44100"/>
                  <a:pt x="242100" y="36000"/>
                  <a:pt x="252000" y="36000"/>
                </a:cubicBezTo>
                <a:close/>
                <a:moveTo>
                  <a:pt x="436500" y="554400"/>
                </a:moveTo>
                <a:lnTo>
                  <a:pt x="324000" y="540000"/>
                </a:lnTo>
                <a:lnTo>
                  <a:pt x="324000" y="493200"/>
                </a:lnTo>
                <a:cubicBezTo>
                  <a:pt x="428400" y="462600"/>
                  <a:pt x="504000" y="366300"/>
                  <a:pt x="504000" y="252000"/>
                </a:cubicBezTo>
                <a:cubicBezTo>
                  <a:pt x="504000" y="112500"/>
                  <a:pt x="391500" y="0"/>
                  <a:pt x="252000" y="0"/>
                </a:cubicBezTo>
                <a:cubicBezTo>
                  <a:pt x="112500" y="0"/>
                  <a:pt x="0" y="112500"/>
                  <a:pt x="0" y="252000"/>
                </a:cubicBezTo>
                <a:cubicBezTo>
                  <a:pt x="0" y="366300"/>
                  <a:pt x="75600" y="462600"/>
                  <a:pt x="180000" y="493200"/>
                </a:cubicBezTo>
                <a:lnTo>
                  <a:pt x="180000" y="540000"/>
                </a:lnTo>
                <a:lnTo>
                  <a:pt x="67500" y="554400"/>
                </a:lnTo>
                <a:cubicBezTo>
                  <a:pt x="49500" y="557100"/>
                  <a:pt x="36000" y="572400"/>
                  <a:pt x="36000" y="590400"/>
                </a:cubicBezTo>
                <a:lnTo>
                  <a:pt x="36000" y="612000"/>
                </a:lnTo>
                <a:lnTo>
                  <a:pt x="468000" y="612000"/>
                </a:lnTo>
                <a:lnTo>
                  <a:pt x="468000" y="589500"/>
                </a:lnTo>
                <a:cubicBezTo>
                  <a:pt x="468000" y="571500"/>
                  <a:pt x="454500" y="556200"/>
                  <a:pt x="436500" y="55440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2" name="Google Shape;734;p46" descr="Web cam with solid fill">
            <a:extLst>
              <a:ext uri="{FF2B5EF4-FFF2-40B4-BE49-F238E27FC236}">
                <a16:creationId xmlns:a16="http://schemas.microsoft.com/office/drawing/2014/main" id="{D5C81B30-8939-06E0-F1DB-D72F04B7085F}"/>
              </a:ext>
            </a:extLst>
          </p:cNvPr>
          <p:cNvSpPr/>
          <p:nvPr/>
        </p:nvSpPr>
        <p:spPr>
          <a:xfrm>
            <a:off x="3955054" y="3734506"/>
            <a:ext cx="144000" cy="144000"/>
          </a:xfrm>
          <a:custGeom>
            <a:avLst/>
            <a:gdLst/>
            <a:ahLst/>
            <a:cxnLst/>
            <a:rect l="l" t="t" r="r" b="b"/>
            <a:pathLst>
              <a:path w="216000" h="216000" extrusionOk="0">
                <a:moveTo>
                  <a:pt x="108000" y="162000"/>
                </a:moveTo>
                <a:cubicBezTo>
                  <a:pt x="78300" y="162000"/>
                  <a:pt x="54000" y="137700"/>
                  <a:pt x="54000" y="108000"/>
                </a:cubicBezTo>
                <a:cubicBezTo>
                  <a:pt x="54000" y="78300"/>
                  <a:pt x="78300" y="54000"/>
                  <a:pt x="108000" y="54000"/>
                </a:cubicBezTo>
                <a:cubicBezTo>
                  <a:pt x="137700" y="54000"/>
                  <a:pt x="162000" y="78300"/>
                  <a:pt x="162000" y="108000"/>
                </a:cubicBezTo>
                <a:cubicBezTo>
                  <a:pt x="162000" y="137700"/>
                  <a:pt x="137700" y="162000"/>
                  <a:pt x="108000" y="162000"/>
                </a:cubicBezTo>
                <a:close/>
                <a:moveTo>
                  <a:pt x="108000" y="0"/>
                </a:moveTo>
                <a:cubicBezTo>
                  <a:pt x="48600" y="0"/>
                  <a:pt x="0" y="48600"/>
                  <a:pt x="0" y="108000"/>
                </a:cubicBezTo>
                <a:cubicBezTo>
                  <a:pt x="0" y="167400"/>
                  <a:pt x="48600" y="216000"/>
                  <a:pt x="108000" y="216000"/>
                </a:cubicBezTo>
                <a:cubicBezTo>
                  <a:pt x="167400" y="216000"/>
                  <a:pt x="216000" y="167400"/>
                  <a:pt x="216000" y="108000"/>
                </a:cubicBezTo>
                <a:cubicBezTo>
                  <a:pt x="216000" y="48600"/>
                  <a:pt x="167400" y="0"/>
                  <a:pt x="108000" y="0"/>
                </a:cubicBez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3" name="Google Shape;735;p46" descr="Shield Tick with solid fill">
            <a:extLst>
              <a:ext uri="{FF2B5EF4-FFF2-40B4-BE49-F238E27FC236}">
                <a16:creationId xmlns:a16="http://schemas.microsoft.com/office/drawing/2014/main" id="{C864C6EB-BC69-016D-B679-92B6C8AE81E8}"/>
              </a:ext>
            </a:extLst>
          </p:cNvPr>
          <p:cNvSpPr/>
          <p:nvPr/>
        </p:nvSpPr>
        <p:spPr>
          <a:xfrm>
            <a:off x="7961353" y="3602505"/>
            <a:ext cx="407623" cy="485973"/>
          </a:xfrm>
          <a:custGeom>
            <a:avLst/>
            <a:gdLst/>
            <a:ahLst/>
            <a:cxnLst/>
            <a:rect l="l" t="t" r="r" b="b"/>
            <a:pathLst>
              <a:path w="611434" h="728959" extrusionOk="0">
                <a:moveTo>
                  <a:pt x="580312" y="133569"/>
                </a:moveTo>
                <a:cubicBezTo>
                  <a:pt x="484854" y="125965"/>
                  <a:pt x="395843" y="82409"/>
                  <a:pt x="331264" y="11700"/>
                </a:cubicBezTo>
                <a:cubicBezTo>
                  <a:pt x="319091" y="-2409"/>
                  <a:pt x="297785" y="-3978"/>
                  <a:pt x="283676" y="8195"/>
                </a:cubicBezTo>
                <a:cubicBezTo>
                  <a:pt x="282423" y="9276"/>
                  <a:pt x="281252" y="10447"/>
                  <a:pt x="280171" y="11700"/>
                </a:cubicBezTo>
                <a:cubicBezTo>
                  <a:pt x="215592" y="82409"/>
                  <a:pt x="126581" y="125965"/>
                  <a:pt x="31123" y="133569"/>
                </a:cubicBezTo>
                <a:cubicBezTo>
                  <a:pt x="13385" y="135231"/>
                  <a:pt x="-133" y="150188"/>
                  <a:pt x="1" y="168003"/>
                </a:cubicBezTo>
                <a:lnTo>
                  <a:pt x="1" y="254880"/>
                </a:lnTo>
                <a:cubicBezTo>
                  <a:pt x="1" y="443754"/>
                  <a:pt x="120124" y="616527"/>
                  <a:pt x="286912" y="723438"/>
                </a:cubicBezTo>
                <a:cubicBezTo>
                  <a:pt x="298368" y="730800"/>
                  <a:pt x="313067" y="730800"/>
                  <a:pt x="324523" y="723438"/>
                </a:cubicBezTo>
                <a:cubicBezTo>
                  <a:pt x="491311" y="616500"/>
                  <a:pt x="611434" y="443754"/>
                  <a:pt x="611434" y="254880"/>
                </a:cubicBezTo>
                <a:lnTo>
                  <a:pt x="611434" y="168003"/>
                </a:lnTo>
                <a:cubicBezTo>
                  <a:pt x="611568" y="150188"/>
                  <a:pt x="598050" y="135231"/>
                  <a:pt x="580312" y="133569"/>
                </a:cubicBezTo>
                <a:close/>
                <a:moveTo>
                  <a:pt x="552934" y="254880"/>
                </a:moveTo>
                <a:cubicBezTo>
                  <a:pt x="552934" y="405180"/>
                  <a:pt x="463393" y="556803"/>
                  <a:pt x="313408" y="660564"/>
                </a:cubicBezTo>
                <a:lnTo>
                  <a:pt x="305722" y="665883"/>
                </a:lnTo>
                <a:lnTo>
                  <a:pt x="298045" y="660564"/>
                </a:lnTo>
                <a:cubicBezTo>
                  <a:pt x="148051" y="556794"/>
                  <a:pt x="58492" y="405135"/>
                  <a:pt x="58492" y="254880"/>
                </a:cubicBezTo>
                <a:lnTo>
                  <a:pt x="58492" y="189621"/>
                </a:lnTo>
                <a:lnTo>
                  <a:pt x="69868" y="187821"/>
                </a:lnTo>
                <a:cubicBezTo>
                  <a:pt x="154622" y="174419"/>
                  <a:pt x="233508" y="136211"/>
                  <a:pt x="296569" y="78021"/>
                </a:cubicBezTo>
                <a:lnTo>
                  <a:pt x="305713" y="69597"/>
                </a:lnTo>
                <a:lnTo>
                  <a:pt x="314866" y="78021"/>
                </a:lnTo>
                <a:cubicBezTo>
                  <a:pt x="377925" y="136211"/>
                  <a:pt x="456807" y="174419"/>
                  <a:pt x="541558" y="187821"/>
                </a:cubicBezTo>
                <a:lnTo>
                  <a:pt x="552934" y="189621"/>
                </a:ln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4" name="Google Shape;736;p46" descr="Shield Tick with solid fill">
            <a:extLst>
              <a:ext uri="{FF2B5EF4-FFF2-40B4-BE49-F238E27FC236}">
                <a16:creationId xmlns:a16="http://schemas.microsoft.com/office/drawing/2014/main" id="{E977D788-1739-B1F9-C2FA-B5359E2EF529}"/>
              </a:ext>
            </a:extLst>
          </p:cNvPr>
          <p:cNvSpPr/>
          <p:nvPr/>
        </p:nvSpPr>
        <p:spPr>
          <a:xfrm>
            <a:off x="8018348" y="3673233"/>
            <a:ext cx="293627" cy="351252"/>
          </a:xfrm>
          <a:custGeom>
            <a:avLst/>
            <a:gdLst/>
            <a:ahLst/>
            <a:cxnLst/>
            <a:rect l="l" t="t" r="r" b="b"/>
            <a:pathLst>
              <a:path w="440441" h="526878" extrusionOk="0">
                <a:moveTo>
                  <a:pt x="220221" y="0"/>
                </a:moveTo>
                <a:cubicBezTo>
                  <a:pt x="157733" y="54651"/>
                  <a:pt x="81649" y="91417"/>
                  <a:pt x="0" y="106416"/>
                </a:cubicBezTo>
                <a:lnTo>
                  <a:pt x="0" y="148788"/>
                </a:lnTo>
                <a:cubicBezTo>
                  <a:pt x="0" y="287631"/>
                  <a:pt x="82143" y="428355"/>
                  <a:pt x="220230" y="526878"/>
                </a:cubicBezTo>
                <a:cubicBezTo>
                  <a:pt x="358299" y="428373"/>
                  <a:pt x="440442" y="287640"/>
                  <a:pt x="440442" y="148788"/>
                </a:cubicBezTo>
                <a:lnTo>
                  <a:pt x="440442" y="106416"/>
                </a:lnTo>
                <a:cubicBezTo>
                  <a:pt x="358793" y="91417"/>
                  <a:pt x="282709" y="54651"/>
                  <a:pt x="220221" y="0"/>
                </a:cubicBezTo>
                <a:close/>
                <a:moveTo>
                  <a:pt x="197109" y="351405"/>
                </a:moveTo>
                <a:lnTo>
                  <a:pt x="106101" y="260388"/>
                </a:lnTo>
                <a:lnTo>
                  <a:pt x="137025" y="229464"/>
                </a:lnTo>
                <a:lnTo>
                  <a:pt x="197109" y="289548"/>
                </a:lnTo>
                <a:lnTo>
                  <a:pt x="320157" y="166500"/>
                </a:lnTo>
                <a:lnTo>
                  <a:pt x="351081" y="197433"/>
                </a:lnTo>
                <a:close/>
              </a:path>
            </a:pathLst>
          </a:custGeom>
          <a:solidFill>
            <a:schemeClr val="lt1"/>
          </a:solidFill>
          <a:ln>
            <a:noFill/>
          </a:ln>
        </p:spPr>
        <p:txBody>
          <a:bodyPr spcFirstLastPara="1" wrap="square" lIns="60950" tIns="30467" rIns="60950" bIns="30467" anchor="ctr" anchorCtr="0">
            <a:noAutofit/>
          </a:bodyPr>
          <a:lstStyle/>
          <a:p>
            <a:endParaRPr sz="1200">
              <a:solidFill>
                <a:schemeClr val="dk1"/>
              </a:solidFill>
              <a:latin typeface="Calibri"/>
              <a:ea typeface="Calibri"/>
              <a:cs typeface="Calibri"/>
              <a:sym typeface="Calibri"/>
            </a:endParaRPr>
          </a:p>
        </p:txBody>
      </p:sp>
      <p:sp>
        <p:nvSpPr>
          <p:cNvPr id="15" name="Google Shape;737;p46">
            <a:extLst>
              <a:ext uri="{FF2B5EF4-FFF2-40B4-BE49-F238E27FC236}">
                <a16:creationId xmlns:a16="http://schemas.microsoft.com/office/drawing/2014/main" id="{0F39B5C2-5B18-ABC4-2C28-853A351B17B4}"/>
              </a:ext>
            </a:extLst>
          </p:cNvPr>
          <p:cNvSpPr txBox="1"/>
          <p:nvPr/>
        </p:nvSpPr>
        <p:spPr>
          <a:xfrm>
            <a:off x="907361" y="4388623"/>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endParaRPr sz="1333" dirty="0">
              <a:solidFill>
                <a:srgbClr val="2CB5E0"/>
              </a:solidFill>
              <a:latin typeface="Impact" panose="020B0806030902050204" pitchFamily="34" charset="0"/>
              <a:ea typeface="Russo One"/>
              <a:cs typeface="Russo One"/>
              <a:sym typeface="Russo One"/>
            </a:endParaRPr>
          </a:p>
        </p:txBody>
      </p:sp>
      <p:sp>
        <p:nvSpPr>
          <p:cNvPr id="16" name="Google Shape;738;p46">
            <a:extLst>
              <a:ext uri="{FF2B5EF4-FFF2-40B4-BE49-F238E27FC236}">
                <a16:creationId xmlns:a16="http://schemas.microsoft.com/office/drawing/2014/main" id="{B8F92807-3250-5888-9EEA-CBA460ABFEAF}"/>
              </a:ext>
            </a:extLst>
          </p:cNvPr>
          <p:cNvSpPr txBox="1"/>
          <p:nvPr/>
        </p:nvSpPr>
        <p:spPr>
          <a:xfrm>
            <a:off x="1008437" y="4655362"/>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dirty="0" err="1">
                <a:solidFill>
                  <a:srgbClr val="F2F2F2"/>
                </a:solidFill>
                <a:latin typeface="Calibri" panose="020F0502020204030204" pitchFamily="34" charset="0"/>
                <a:ea typeface="Mulish"/>
                <a:cs typeface="Calibri" panose="020F0502020204030204" pitchFamily="34" charset="0"/>
                <a:sym typeface="Mulish"/>
              </a:rPr>
              <a:t>Fusce</a:t>
            </a:r>
            <a:r>
              <a:rPr lang="en-US" sz="1200" dirty="0">
                <a:solidFill>
                  <a:srgbClr val="F2F2F2"/>
                </a:solidFill>
                <a:latin typeface="Calibri" panose="020F0502020204030204" pitchFamily="34" charset="0"/>
                <a:ea typeface="Mulish"/>
                <a:cs typeface="Calibri" panose="020F0502020204030204" pitchFamily="34" charset="0"/>
                <a:sym typeface="Mulish"/>
              </a:rPr>
              <a:t> libero </a:t>
            </a:r>
            <a:r>
              <a:rPr lang="en-US" sz="1200" dirty="0" err="1">
                <a:solidFill>
                  <a:srgbClr val="F2F2F2"/>
                </a:solidFill>
                <a:latin typeface="Calibri" panose="020F0502020204030204" pitchFamily="34" charset="0"/>
                <a:ea typeface="Mulish"/>
                <a:cs typeface="Calibri" panose="020F0502020204030204" pitchFamily="34" charset="0"/>
                <a:sym typeface="Mulish"/>
              </a:rPr>
              <a:t>justo</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laoret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amet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cursu</a:t>
            </a:r>
            <a:r>
              <a:rPr lang="en-US" sz="1200" dirty="0">
                <a:solidFill>
                  <a:srgbClr val="F2F2F2"/>
                </a:solidFill>
                <a:latin typeface="Calibri" panose="020F0502020204030204" pitchFamily="34" charset="0"/>
                <a:ea typeface="Mulish"/>
                <a:cs typeface="Calibri" panose="020F0502020204030204" pitchFamily="34" charset="0"/>
                <a:sym typeface="Mulish"/>
              </a:rPr>
              <a:t> sit </a:t>
            </a:r>
            <a:r>
              <a:rPr lang="en-US" sz="1200" dirty="0" err="1">
                <a:solidFill>
                  <a:srgbClr val="F2F2F2"/>
                </a:solidFill>
                <a:latin typeface="Calibri" panose="020F0502020204030204" pitchFamily="34" charset="0"/>
                <a:ea typeface="Mulish"/>
                <a:cs typeface="Calibri" panose="020F0502020204030204" pitchFamily="34" charset="0"/>
                <a:sym typeface="Mulish"/>
              </a:rPr>
              <a:t>amis</a:t>
            </a:r>
            <a:r>
              <a:rPr lang="en-US" sz="1200" dirty="0">
                <a:solidFill>
                  <a:srgbClr val="F2F2F2"/>
                </a:solidFill>
                <a:latin typeface="Calibri" panose="020F0502020204030204" pitchFamily="34" charset="0"/>
                <a:ea typeface="Mulish"/>
                <a:cs typeface="Calibri" panose="020F0502020204030204" pitchFamily="34" charset="0"/>
                <a:sym typeface="Mulish"/>
              </a:rPr>
              <a:t> dictum </a:t>
            </a:r>
            <a:r>
              <a:rPr lang="en-US" sz="1200" dirty="0" err="1">
                <a:solidFill>
                  <a:srgbClr val="F2F2F2"/>
                </a:solidFill>
                <a:latin typeface="Calibri" panose="020F0502020204030204" pitchFamily="34" charset="0"/>
                <a:ea typeface="Mulish"/>
                <a:cs typeface="Calibri" panose="020F0502020204030204" pitchFamily="34" charset="0"/>
                <a:sym typeface="Mulish"/>
              </a:rPr>
              <a:t>pulvina</a:t>
            </a:r>
            <a:endParaRPr sz="1200" dirty="0">
              <a:latin typeface="Calibri" panose="020F0502020204030204" pitchFamily="34" charset="0"/>
              <a:cs typeface="Calibri" panose="020F0502020204030204" pitchFamily="34" charset="0"/>
            </a:endParaRPr>
          </a:p>
        </p:txBody>
      </p:sp>
      <p:sp>
        <p:nvSpPr>
          <p:cNvPr id="17" name="Google Shape;739;p46">
            <a:extLst>
              <a:ext uri="{FF2B5EF4-FFF2-40B4-BE49-F238E27FC236}">
                <a16:creationId xmlns:a16="http://schemas.microsoft.com/office/drawing/2014/main" id="{C155EBA4-C99F-7692-005A-374FC012FF12}"/>
              </a:ext>
            </a:extLst>
          </p:cNvPr>
          <p:cNvSpPr txBox="1"/>
          <p:nvPr/>
        </p:nvSpPr>
        <p:spPr>
          <a:xfrm>
            <a:off x="2976307" y="2116126"/>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18" name="Google Shape;740;p46">
            <a:extLst>
              <a:ext uri="{FF2B5EF4-FFF2-40B4-BE49-F238E27FC236}">
                <a16:creationId xmlns:a16="http://schemas.microsoft.com/office/drawing/2014/main" id="{D461D5FF-D0B2-F587-7137-D52C5C93708D}"/>
              </a:ext>
            </a:extLst>
          </p:cNvPr>
          <p:cNvSpPr txBox="1"/>
          <p:nvPr/>
        </p:nvSpPr>
        <p:spPr>
          <a:xfrm>
            <a:off x="3077384" y="2382865"/>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dirty="0" err="1">
                <a:solidFill>
                  <a:srgbClr val="F2F2F2"/>
                </a:solidFill>
                <a:latin typeface="Calibri" panose="020F0502020204030204" pitchFamily="34" charset="0"/>
                <a:ea typeface="Mulish"/>
                <a:cs typeface="Calibri" panose="020F0502020204030204" pitchFamily="34" charset="0"/>
                <a:sym typeface="Mulish"/>
              </a:rPr>
              <a:t>Fusce</a:t>
            </a:r>
            <a:r>
              <a:rPr lang="en-US" sz="1200" dirty="0">
                <a:solidFill>
                  <a:srgbClr val="F2F2F2"/>
                </a:solidFill>
                <a:latin typeface="Calibri" panose="020F0502020204030204" pitchFamily="34" charset="0"/>
                <a:ea typeface="Mulish"/>
                <a:cs typeface="Calibri" panose="020F0502020204030204" pitchFamily="34" charset="0"/>
                <a:sym typeface="Mulish"/>
              </a:rPr>
              <a:t> libero </a:t>
            </a:r>
            <a:r>
              <a:rPr lang="en-US" sz="1200" dirty="0" err="1">
                <a:solidFill>
                  <a:srgbClr val="F2F2F2"/>
                </a:solidFill>
                <a:latin typeface="Calibri" panose="020F0502020204030204" pitchFamily="34" charset="0"/>
                <a:ea typeface="Mulish"/>
                <a:cs typeface="Calibri" panose="020F0502020204030204" pitchFamily="34" charset="0"/>
                <a:sym typeface="Mulish"/>
              </a:rPr>
              <a:t>justo</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laoret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amet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cursu</a:t>
            </a:r>
            <a:r>
              <a:rPr lang="en-US" sz="1200" dirty="0">
                <a:solidFill>
                  <a:srgbClr val="F2F2F2"/>
                </a:solidFill>
                <a:latin typeface="Calibri" panose="020F0502020204030204" pitchFamily="34" charset="0"/>
                <a:ea typeface="Mulish"/>
                <a:cs typeface="Calibri" panose="020F0502020204030204" pitchFamily="34" charset="0"/>
                <a:sym typeface="Mulish"/>
              </a:rPr>
              <a:t> sit </a:t>
            </a:r>
            <a:r>
              <a:rPr lang="en-US" sz="1200" dirty="0" err="1">
                <a:solidFill>
                  <a:srgbClr val="F2F2F2"/>
                </a:solidFill>
                <a:latin typeface="Calibri" panose="020F0502020204030204" pitchFamily="34" charset="0"/>
                <a:ea typeface="Mulish"/>
                <a:cs typeface="Calibri" panose="020F0502020204030204" pitchFamily="34" charset="0"/>
                <a:sym typeface="Mulish"/>
              </a:rPr>
              <a:t>amis</a:t>
            </a:r>
            <a:r>
              <a:rPr lang="en-US" sz="1200" dirty="0">
                <a:solidFill>
                  <a:srgbClr val="F2F2F2"/>
                </a:solidFill>
                <a:latin typeface="Calibri" panose="020F0502020204030204" pitchFamily="34" charset="0"/>
                <a:ea typeface="Mulish"/>
                <a:cs typeface="Calibri" panose="020F0502020204030204" pitchFamily="34" charset="0"/>
                <a:sym typeface="Mulish"/>
              </a:rPr>
              <a:t> dictum </a:t>
            </a:r>
            <a:r>
              <a:rPr lang="en-US" sz="1200" dirty="0" err="1">
                <a:solidFill>
                  <a:srgbClr val="F2F2F2"/>
                </a:solidFill>
                <a:latin typeface="Calibri" panose="020F0502020204030204" pitchFamily="34" charset="0"/>
                <a:ea typeface="Mulish"/>
                <a:cs typeface="Calibri" panose="020F0502020204030204" pitchFamily="34" charset="0"/>
                <a:sym typeface="Mulish"/>
              </a:rPr>
              <a:t>pulvina</a:t>
            </a:r>
            <a:endParaRPr sz="1200" dirty="0">
              <a:latin typeface="Calibri" panose="020F0502020204030204" pitchFamily="34" charset="0"/>
              <a:cs typeface="Calibri" panose="020F0502020204030204" pitchFamily="34" charset="0"/>
            </a:endParaRPr>
          </a:p>
        </p:txBody>
      </p:sp>
      <p:sp>
        <p:nvSpPr>
          <p:cNvPr id="19" name="Google Shape;741;p46">
            <a:extLst>
              <a:ext uri="{FF2B5EF4-FFF2-40B4-BE49-F238E27FC236}">
                <a16:creationId xmlns:a16="http://schemas.microsoft.com/office/drawing/2014/main" id="{139BB922-9FA4-758E-917F-3AF1DCF287E4}"/>
              </a:ext>
            </a:extLst>
          </p:cNvPr>
          <p:cNvSpPr txBox="1"/>
          <p:nvPr/>
        </p:nvSpPr>
        <p:spPr>
          <a:xfrm>
            <a:off x="5045253" y="4388623"/>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0" name="Google Shape;742;p46">
            <a:extLst>
              <a:ext uri="{FF2B5EF4-FFF2-40B4-BE49-F238E27FC236}">
                <a16:creationId xmlns:a16="http://schemas.microsoft.com/office/drawing/2014/main" id="{58B73461-88CB-A7B4-F4DD-8FA3E2A7E73E}"/>
              </a:ext>
            </a:extLst>
          </p:cNvPr>
          <p:cNvSpPr txBox="1"/>
          <p:nvPr/>
        </p:nvSpPr>
        <p:spPr>
          <a:xfrm>
            <a:off x="5142899" y="4655362"/>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a:solidFill>
                  <a:srgbClr val="F2F2F2"/>
                </a:solidFill>
                <a:latin typeface="Calibri" panose="020F0502020204030204" pitchFamily="34" charset="0"/>
                <a:ea typeface="Mulish"/>
                <a:cs typeface="Calibri" panose="020F0502020204030204" pitchFamily="34" charset="0"/>
                <a:sym typeface="Mulish"/>
              </a:rPr>
              <a:t>Fusce libero justo laoret amet cursu sit amis dictum pulvina</a:t>
            </a:r>
            <a:endParaRPr sz="1200">
              <a:latin typeface="Calibri" panose="020F0502020204030204" pitchFamily="34" charset="0"/>
              <a:cs typeface="Calibri" panose="020F0502020204030204" pitchFamily="34" charset="0"/>
            </a:endParaRPr>
          </a:p>
        </p:txBody>
      </p:sp>
      <p:sp>
        <p:nvSpPr>
          <p:cNvPr id="21" name="Google Shape;743;p46">
            <a:extLst>
              <a:ext uri="{FF2B5EF4-FFF2-40B4-BE49-F238E27FC236}">
                <a16:creationId xmlns:a16="http://schemas.microsoft.com/office/drawing/2014/main" id="{E497F7D5-75CC-F1E5-26A1-55051DEB4F67}"/>
              </a:ext>
            </a:extLst>
          </p:cNvPr>
          <p:cNvSpPr txBox="1"/>
          <p:nvPr/>
        </p:nvSpPr>
        <p:spPr>
          <a:xfrm>
            <a:off x="7114199" y="2115111"/>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2" name="Google Shape;744;p46">
            <a:extLst>
              <a:ext uri="{FF2B5EF4-FFF2-40B4-BE49-F238E27FC236}">
                <a16:creationId xmlns:a16="http://schemas.microsoft.com/office/drawing/2014/main" id="{69C8612B-2361-016D-723E-6756665EE2AE}"/>
              </a:ext>
            </a:extLst>
          </p:cNvPr>
          <p:cNvSpPr txBox="1"/>
          <p:nvPr/>
        </p:nvSpPr>
        <p:spPr>
          <a:xfrm>
            <a:off x="7213560" y="2381850"/>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dirty="0" err="1">
                <a:solidFill>
                  <a:srgbClr val="F2F2F2"/>
                </a:solidFill>
                <a:latin typeface="Calibri" panose="020F0502020204030204" pitchFamily="34" charset="0"/>
                <a:ea typeface="Mulish"/>
                <a:cs typeface="Calibri" panose="020F0502020204030204" pitchFamily="34" charset="0"/>
                <a:sym typeface="Mulish"/>
              </a:rPr>
              <a:t>Fusce</a:t>
            </a:r>
            <a:r>
              <a:rPr lang="en-US" sz="1200" dirty="0">
                <a:solidFill>
                  <a:srgbClr val="F2F2F2"/>
                </a:solidFill>
                <a:latin typeface="Calibri" panose="020F0502020204030204" pitchFamily="34" charset="0"/>
                <a:ea typeface="Mulish"/>
                <a:cs typeface="Calibri" panose="020F0502020204030204" pitchFamily="34" charset="0"/>
                <a:sym typeface="Mulish"/>
              </a:rPr>
              <a:t> libero </a:t>
            </a:r>
            <a:r>
              <a:rPr lang="en-US" sz="1200" dirty="0" err="1">
                <a:solidFill>
                  <a:srgbClr val="F2F2F2"/>
                </a:solidFill>
                <a:latin typeface="Calibri" panose="020F0502020204030204" pitchFamily="34" charset="0"/>
                <a:ea typeface="Mulish"/>
                <a:cs typeface="Calibri" panose="020F0502020204030204" pitchFamily="34" charset="0"/>
                <a:sym typeface="Mulish"/>
              </a:rPr>
              <a:t>justo</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laoret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amet</a:t>
            </a:r>
            <a:r>
              <a:rPr lang="en-US" sz="1200" dirty="0">
                <a:solidFill>
                  <a:srgbClr val="F2F2F2"/>
                </a:solidFill>
                <a:latin typeface="Calibri" panose="020F0502020204030204" pitchFamily="34" charset="0"/>
                <a:ea typeface="Mulish"/>
                <a:cs typeface="Calibri" panose="020F0502020204030204" pitchFamily="34" charset="0"/>
                <a:sym typeface="Mulish"/>
              </a:rPr>
              <a:t> </a:t>
            </a:r>
            <a:r>
              <a:rPr lang="en-US" sz="1200" dirty="0" err="1">
                <a:solidFill>
                  <a:srgbClr val="F2F2F2"/>
                </a:solidFill>
                <a:latin typeface="Calibri" panose="020F0502020204030204" pitchFamily="34" charset="0"/>
                <a:ea typeface="Mulish"/>
                <a:cs typeface="Calibri" panose="020F0502020204030204" pitchFamily="34" charset="0"/>
                <a:sym typeface="Mulish"/>
              </a:rPr>
              <a:t>cursu</a:t>
            </a:r>
            <a:r>
              <a:rPr lang="en-US" sz="1200" dirty="0">
                <a:solidFill>
                  <a:srgbClr val="F2F2F2"/>
                </a:solidFill>
                <a:latin typeface="Calibri" panose="020F0502020204030204" pitchFamily="34" charset="0"/>
                <a:ea typeface="Mulish"/>
                <a:cs typeface="Calibri" panose="020F0502020204030204" pitchFamily="34" charset="0"/>
                <a:sym typeface="Mulish"/>
              </a:rPr>
              <a:t> sit </a:t>
            </a:r>
            <a:r>
              <a:rPr lang="en-US" sz="1200" dirty="0" err="1">
                <a:solidFill>
                  <a:srgbClr val="F2F2F2"/>
                </a:solidFill>
                <a:latin typeface="Calibri" panose="020F0502020204030204" pitchFamily="34" charset="0"/>
                <a:ea typeface="Mulish"/>
                <a:cs typeface="Calibri" panose="020F0502020204030204" pitchFamily="34" charset="0"/>
                <a:sym typeface="Mulish"/>
              </a:rPr>
              <a:t>amis</a:t>
            </a:r>
            <a:r>
              <a:rPr lang="en-US" sz="1200" dirty="0">
                <a:solidFill>
                  <a:srgbClr val="F2F2F2"/>
                </a:solidFill>
                <a:latin typeface="Calibri" panose="020F0502020204030204" pitchFamily="34" charset="0"/>
                <a:ea typeface="Mulish"/>
                <a:cs typeface="Calibri" panose="020F0502020204030204" pitchFamily="34" charset="0"/>
                <a:sym typeface="Mulish"/>
              </a:rPr>
              <a:t> dictum </a:t>
            </a:r>
            <a:r>
              <a:rPr lang="en-US" sz="1200" dirty="0" err="1">
                <a:solidFill>
                  <a:srgbClr val="F2F2F2"/>
                </a:solidFill>
                <a:latin typeface="Calibri" panose="020F0502020204030204" pitchFamily="34" charset="0"/>
                <a:ea typeface="Mulish"/>
                <a:cs typeface="Calibri" panose="020F0502020204030204" pitchFamily="34" charset="0"/>
                <a:sym typeface="Mulish"/>
              </a:rPr>
              <a:t>pulvina</a:t>
            </a:r>
            <a:endParaRPr sz="1200" dirty="0">
              <a:latin typeface="Calibri" panose="020F0502020204030204" pitchFamily="34" charset="0"/>
              <a:cs typeface="Calibri" panose="020F0502020204030204" pitchFamily="34" charset="0"/>
            </a:endParaRPr>
          </a:p>
        </p:txBody>
      </p:sp>
      <p:sp>
        <p:nvSpPr>
          <p:cNvPr id="23" name="Google Shape;745;p46">
            <a:extLst>
              <a:ext uri="{FF2B5EF4-FFF2-40B4-BE49-F238E27FC236}">
                <a16:creationId xmlns:a16="http://schemas.microsoft.com/office/drawing/2014/main" id="{C629815A-777A-B1F4-99A9-E64063BC4EF6}"/>
              </a:ext>
            </a:extLst>
          </p:cNvPr>
          <p:cNvSpPr txBox="1"/>
          <p:nvPr/>
        </p:nvSpPr>
        <p:spPr>
          <a:xfrm>
            <a:off x="9183145" y="4388623"/>
            <a:ext cx="2101495" cy="266650"/>
          </a:xfrm>
          <a:prstGeom prst="rect">
            <a:avLst/>
          </a:prstGeom>
          <a:noFill/>
          <a:ln>
            <a:noFill/>
          </a:ln>
        </p:spPr>
        <p:txBody>
          <a:bodyPr spcFirstLastPara="1" wrap="square" lIns="60950" tIns="30467" rIns="60950" bIns="30467" anchor="t" anchorCtr="0">
            <a:spAutoFit/>
          </a:bodyPr>
          <a:lstStyle/>
          <a:p>
            <a:pPr algn="ctr"/>
            <a:r>
              <a:rPr lang="en-US" sz="1333" dirty="0">
                <a:solidFill>
                  <a:srgbClr val="2CB5E0"/>
                </a:solidFill>
                <a:latin typeface="Impact" panose="020B0806030902050204" pitchFamily="34" charset="0"/>
                <a:ea typeface="Russo One"/>
                <a:cs typeface="Russo One"/>
                <a:sym typeface="Russo One"/>
              </a:rPr>
              <a:t>TÍTULO</a:t>
            </a:r>
          </a:p>
        </p:txBody>
      </p:sp>
      <p:sp>
        <p:nvSpPr>
          <p:cNvPr id="24" name="Google Shape;746;p46">
            <a:extLst>
              <a:ext uri="{FF2B5EF4-FFF2-40B4-BE49-F238E27FC236}">
                <a16:creationId xmlns:a16="http://schemas.microsoft.com/office/drawing/2014/main" id="{4DFD27BF-10D1-3440-0D56-AA0BCDD8CA4C}"/>
              </a:ext>
            </a:extLst>
          </p:cNvPr>
          <p:cNvSpPr txBox="1"/>
          <p:nvPr/>
        </p:nvSpPr>
        <p:spPr>
          <a:xfrm>
            <a:off x="9287653" y="4655362"/>
            <a:ext cx="1899340" cy="892526"/>
          </a:xfrm>
          <a:prstGeom prst="rect">
            <a:avLst/>
          </a:prstGeom>
          <a:noFill/>
          <a:ln>
            <a:noFill/>
          </a:ln>
        </p:spPr>
        <p:txBody>
          <a:bodyPr spcFirstLastPara="1" wrap="square" lIns="60950" tIns="30467" rIns="60950" bIns="30467" anchor="t" anchorCtr="0">
            <a:spAutoFit/>
          </a:bodyPr>
          <a:lstStyle/>
          <a:p>
            <a:pPr algn="ctr">
              <a:lnSpc>
                <a:spcPct val="150000"/>
              </a:lnSpc>
            </a:pPr>
            <a:r>
              <a:rPr lang="en-US" sz="1200">
                <a:solidFill>
                  <a:srgbClr val="F2F2F2"/>
                </a:solidFill>
                <a:latin typeface="Calibri" panose="020F0502020204030204" pitchFamily="34" charset="0"/>
                <a:ea typeface="Mulish"/>
                <a:cs typeface="Calibri" panose="020F0502020204030204" pitchFamily="34" charset="0"/>
                <a:sym typeface="Mulish"/>
              </a:rPr>
              <a:t>Fusce libero justo laoret amet cursu sit amis dictum pulvina</a:t>
            </a:r>
            <a:endParaRPr sz="1200">
              <a:latin typeface="Calibri" panose="020F0502020204030204" pitchFamily="34" charset="0"/>
              <a:cs typeface="Calibri" panose="020F0502020204030204" pitchFamily="34" charset="0"/>
            </a:endParaRPr>
          </a:p>
        </p:txBody>
      </p:sp>
      <p:sp>
        <p:nvSpPr>
          <p:cNvPr id="25" name="Google Shape;700;p45" descr="Rocket with solid fill">
            <a:extLst>
              <a:ext uri="{FF2B5EF4-FFF2-40B4-BE49-F238E27FC236}">
                <a16:creationId xmlns:a16="http://schemas.microsoft.com/office/drawing/2014/main" id="{1FB0C8CD-A275-80A3-B106-85378782BA7F}"/>
              </a:ext>
            </a:extLst>
          </p:cNvPr>
          <p:cNvSpPr/>
          <p:nvPr/>
        </p:nvSpPr>
        <p:spPr>
          <a:xfrm>
            <a:off x="2066437" y="3642765"/>
            <a:ext cx="101875" cy="97894"/>
          </a:xfrm>
          <a:custGeom>
            <a:avLst/>
            <a:gdLst/>
            <a:ahLst/>
            <a:cxnLst/>
            <a:rect l="l" t="t" r="r" b="b"/>
            <a:pathLst>
              <a:path w="137596" h="132220" extrusionOk="0">
                <a:moveTo>
                  <a:pt x="134250" y="3970"/>
                </a:moveTo>
                <a:cubicBezTo>
                  <a:pt x="123750" y="-6530"/>
                  <a:pt x="56250" y="5470"/>
                  <a:pt x="0" y="20470"/>
                </a:cubicBezTo>
                <a:cubicBezTo>
                  <a:pt x="20250" y="32470"/>
                  <a:pt x="41250" y="48970"/>
                  <a:pt x="61500" y="69220"/>
                </a:cubicBezTo>
                <a:cubicBezTo>
                  <a:pt x="82500" y="90220"/>
                  <a:pt x="99000" y="111220"/>
                  <a:pt x="111000" y="132220"/>
                </a:cubicBezTo>
                <a:cubicBezTo>
                  <a:pt x="126000" y="74470"/>
                  <a:pt x="145500" y="14470"/>
                  <a:pt x="134250" y="39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 name="Google Shape;701;p45" descr="Rocket with solid fill">
            <a:extLst>
              <a:ext uri="{FF2B5EF4-FFF2-40B4-BE49-F238E27FC236}">
                <a16:creationId xmlns:a16="http://schemas.microsoft.com/office/drawing/2014/main" id="{6BB28CD5-6183-9814-D5B7-DFAB3CF3F378}"/>
              </a:ext>
            </a:extLst>
          </p:cNvPr>
          <p:cNvSpPr/>
          <p:nvPr/>
        </p:nvSpPr>
        <p:spPr>
          <a:xfrm>
            <a:off x="1721083" y="3795425"/>
            <a:ext cx="135453" cy="129557"/>
          </a:xfrm>
          <a:custGeom>
            <a:avLst/>
            <a:gdLst/>
            <a:ahLst/>
            <a:cxnLst/>
            <a:rect l="l" t="t" r="r" b="b"/>
            <a:pathLst>
              <a:path w="182949" h="174985" extrusionOk="0">
                <a:moveTo>
                  <a:pt x="182949" y="11531"/>
                </a:moveTo>
                <a:lnTo>
                  <a:pt x="157449" y="1781"/>
                </a:lnTo>
                <a:cubicBezTo>
                  <a:pt x="146949" y="-1969"/>
                  <a:pt x="135699" y="281"/>
                  <a:pt x="127449" y="7781"/>
                </a:cubicBezTo>
                <a:lnTo>
                  <a:pt x="8199" y="127031"/>
                </a:lnTo>
                <a:cubicBezTo>
                  <a:pt x="-11301" y="146531"/>
                  <a:pt x="6699" y="180281"/>
                  <a:pt x="33699" y="174281"/>
                </a:cubicBezTo>
                <a:lnTo>
                  <a:pt x="133449" y="151781"/>
                </a:lnTo>
                <a:cubicBezTo>
                  <a:pt x="141699" y="114281"/>
                  <a:pt x="155199" y="64031"/>
                  <a:pt x="182949" y="115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 name="Google Shape;702;p45" descr="Rocket with solid fill">
            <a:extLst>
              <a:ext uri="{FF2B5EF4-FFF2-40B4-BE49-F238E27FC236}">
                <a16:creationId xmlns:a16="http://schemas.microsoft.com/office/drawing/2014/main" id="{8141C7BA-17C0-7FD4-6ECC-6BADD6723EBE}"/>
              </a:ext>
            </a:extLst>
          </p:cNvPr>
          <p:cNvSpPr/>
          <p:nvPr/>
        </p:nvSpPr>
        <p:spPr>
          <a:xfrm>
            <a:off x="1884325" y="3948894"/>
            <a:ext cx="129814" cy="139584"/>
          </a:xfrm>
          <a:custGeom>
            <a:avLst/>
            <a:gdLst/>
            <a:ahLst/>
            <a:cxnLst/>
            <a:rect l="l" t="t" r="r" b="b"/>
            <a:pathLst>
              <a:path w="175332" h="188528" extrusionOk="0">
                <a:moveTo>
                  <a:pt x="161218" y="0"/>
                </a:moveTo>
                <a:cubicBezTo>
                  <a:pt x="110968" y="26250"/>
                  <a:pt x="62968" y="40500"/>
                  <a:pt x="23968" y="48000"/>
                </a:cubicBezTo>
                <a:lnTo>
                  <a:pt x="718" y="154500"/>
                </a:lnTo>
                <a:cubicBezTo>
                  <a:pt x="-5282" y="181500"/>
                  <a:pt x="27718" y="200250"/>
                  <a:pt x="47968" y="180000"/>
                </a:cubicBezTo>
                <a:lnTo>
                  <a:pt x="167218" y="60750"/>
                </a:lnTo>
                <a:cubicBezTo>
                  <a:pt x="174718" y="53250"/>
                  <a:pt x="177718" y="41250"/>
                  <a:pt x="173218" y="30750"/>
                </a:cubicBezTo>
                <a:lnTo>
                  <a:pt x="16121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703;p45" descr="Rocket with solid fill">
            <a:extLst>
              <a:ext uri="{FF2B5EF4-FFF2-40B4-BE49-F238E27FC236}">
                <a16:creationId xmlns:a16="http://schemas.microsoft.com/office/drawing/2014/main" id="{28C863B5-C940-4A40-769C-BC42E8090496}"/>
              </a:ext>
            </a:extLst>
          </p:cNvPr>
          <p:cNvSpPr/>
          <p:nvPr/>
        </p:nvSpPr>
        <p:spPr>
          <a:xfrm>
            <a:off x="1839323" y="3667916"/>
            <a:ext cx="298747" cy="298191"/>
          </a:xfrm>
          <a:custGeom>
            <a:avLst/>
            <a:gdLst/>
            <a:ahLst/>
            <a:cxnLst/>
            <a:rect l="l" t="t" r="r" b="b"/>
            <a:pathLst>
              <a:path w="403500" h="402749" extrusionOk="0">
                <a:moveTo>
                  <a:pt x="266250" y="0"/>
                </a:moveTo>
                <a:cubicBezTo>
                  <a:pt x="222000" y="18000"/>
                  <a:pt x="171750" y="48750"/>
                  <a:pt x="123000" y="97500"/>
                </a:cubicBezTo>
                <a:cubicBezTo>
                  <a:pt x="33750" y="186750"/>
                  <a:pt x="7500" y="294750"/>
                  <a:pt x="0" y="356250"/>
                </a:cubicBezTo>
                <a:lnTo>
                  <a:pt x="46500" y="402750"/>
                </a:lnTo>
                <a:cubicBezTo>
                  <a:pt x="108000" y="395250"/>
                  <a:pt x="216750" y="369750"/>
                  <a:pt x="306000" y="280500"/>
                </a:cubicBezTo>
                <a:cubicBezTo>
                  <a:pt x="354750" y="231750"/>
                  <a:pt x="385500" y="182250"/>
                  <a:pt x="403500" y="138000"/>
                </a:cubicBezTo>
                <a:cubicBezTo>
                  <a:pt x="393750" y="113250"/>
                  <a:pt x="374250" y="84000"/>
                  <a:pt x="346500" y="55500"/>
                </a:cubicBezTo>
                <a:cubicBezTo>
                  <a:pt x="319500" y="29250"/>
                  <a:pt x="291000" y="9750"/>
                  <a:pt x="266250" y="0"/>
                </a:cubicBezTo>
                <a:close/>
                <a:moveTo>
                  <a:pt x="304500" y="162000"/>
                </a:moveTo>
                <a:cubicBezTo>
                  <a:pt x="287250" y="179250"/>
                  <a:pt x="258750" y="179250"/>
                  <a:pt x="240750" y="162000"/>
                </a:cubicBezTo>
                <a:cubicBezTo>
                  <a:pt x="223500" y="144750"/>
                  <a:pt x="223500" y="116250"/>
                  <a:pt x="240750" y="98250"/>
                </a:cubicBezTo>
                <a:cubicBezTo>
                  <a:pt x="258000" y="81000"/>
                  <a:pt x="286500" y="81000"/>
                  <a:pt x="304500" y="98250"/>
                </a:cubicBezTo>
                <a:cubicBezTo>
                  <a:pt x="321750" y="116250"/>
                  <a:pt x="321750" y="144750"/>
                  <a:pt x="304500" y="16200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704;p45" descr="Rocket with solid fill">
            <a:extLst>
              <a:ext uri="{FF2B5EF4-FFF2-40B4-BE49-F238E27FC236}">
                <a16:creationId xmlns:a16="http://schemas.microsoft.com/office/drawing/2014/main" id="{B0EBA9A6-88F4-67A1-5179-CCADD8F6FE2C}"/>
              </a:ext>
            </a:extLst>
          </p:cNvPr>
          <p:cNvSpPr/>
          <p:nvPr/>
        </p:nvSpPr>
        <p:spPr>
          <a:xfrm>
            <a:off x="1773919" y="3952422"/>
            <a:ext cx="79089" cy="79253"/>
          </a:xfrm>
          <a:custGeom>
            <a:avLst/>
            <a:gdLst/>
            <a:ahLst/>
            <a:cxnLst/>
            <a:rect l="l" t="t" r="r" b="b"/>
            <a:pathLst>
              <a:path w="106821" h="107042" extrusionOk="0">
                <a:moveTo>
                  <a:pt x="87587" y="19235"/>
                </a:moveTo>
                <a:cubicBezTo>
                  <a:pt x="75587" y="7235"/>
                  <a:pt x="77087" y="-13015"/>
                  <a:pt x="52337" y="11735"/>
                </a:cubicBezTo>
                <a:cubicBezTo>
                  <a:pt x="27587" y="36485"/>
                  <a:pt x="-9163" y="92735"/>
                  <a:pt x="2087" y="104735"/>
                </a:cubicBezTo>
                <a:cubicBezTo>
                  <a:pt x="14087" y="116735"/>
                  <a:pt x="70337" y="79235"/>
                  <a:pt x="95087" y="54485"/>
                </a:cubicBezTo>
                <a:cubicBezTo>
                  <a:pt x="119837" y="28985"/>
                  <a:pt x="99587" y="30485"/>
                  <a:pt x="87587" y="1923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0" name="Grupo 29">
            <a:extLst>
              <a:ext uri="{FF2B5EF4-FFF2-40B4-BE49-F238E27FC236}">
                <a16:creationId xmlns:a16="http://schemas.microsoft.com/office/drawing/2014/main" id="{87D1F013-95F8-B67B-1649-46D0512AE6A8}"/>
              </a:ext>
            </a:extLst>
          </p:cNvPr>
          <p:cNvGrpSpPr/>
          <p:nvPr/>
        </p:nvGrpSpPr>
        <p:grpSpPr>
          <a:xfrm>
            <a:off x="9964609" y="3628295"/>
            <a:ext cx="549087" cy="459521"/>
            <a:chOff x="9823926" y="7784260"/>
            <a:chExt cx="689999" cy="577447"/>
          </a:xfrm>
        </p:grpSpPr>
        <p:sp>
          <p:nvSpPr>
            <p:cNvPr id="31" name="Google Shape;695;p45" descr="Loan with solid fill">
              <a:extLst>
                <a:ext uri="{FF2B5EF4-FFF2-40B4-BE49-F238E27FC236}">
                  <a16:creationId xmlns:a16="http://schemas.microsoft.com/office/drawing/2014/main" id="{4A0866E9-797D-4CF3-5EC7-5D8C0FD2B434}"/>
                </a:ext>
              </a:extLst>
            </p:cNvPr>
            <p:cNvSpPr/>
            <p:nvPr/>
          </p:nvSpPr>
          <p:spPr>
            <a:xfrm>
              <a:off x="10053821" y="7935150"/>
              <a:ext cx="70985" cy="71717"/>
            </a:xfrm>
            <a:custGeom>
              <a:avLst/>
              <a:gdLst/>
              <a:ahLst/>
              <a:cxnLst/>
              <a:rect l="l" t="t" r="r" b="b"/>
              <a:pathLst>
                <a:path w="70985" h="71717" extrusionOk="0">
                  <a:moveTo>
                    <a:pt x="8252" y="64307"/>
                  </a:moveTo>
                  <a:cubicBezTo>
                    <a:pt x="-4311" y="52270"/>
                    <a:pt x="-2308" y="29807"/>
                    <a:pt x="12752" y="14057"/>
                  </a:cubicBezTo>
                  <a:cubicBezTo>
                    <a:pt x="27812" y="-1693"/>
                    <a:pt x="50169" y="-4633"/>
                    <a:pt x="62732" y="7397"/>
                  </a:cubicBezTo>
                  <a:cubicBezTo>
                    <a:pt x="75294" y="19427"/>
                    <a:pt x="73299" y="41897"/>
                    <a:pt x="58232" y="57647"/>
                  </a:cubicBezTo>
                  <a:cubicBezTo>
                    <a:pt x="43164" y="73397"/>
                    <a:pt x="20822" y="76367"/>
                    <a:pt x="8252" y="6430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696;p45" descr="Loan with solid fill">
              <a:extLst>
                <a:ext uri="{FF2B5EF4-FFF2-40B4-BE49-F238E27FC236}">
                  <a16:creationId xmlns:a16="http://schemas.microsoft.com/office/drawing/2014/main" id="{C425689D-23B3-F072-D689-70A600F8B06B}"/>
                </a:ext>
              </a:extLst>
            </p:cNvPr>
            <p:cNvSpPr/>
            <p:nvPr/>
          </p:nvSpPr>
          <p:spPr>
            <a:xfrm rot="-2774820">
              <a:off x="10004501" y="7889268"/>
              <a:ext cx="27405" cy="27405"/>
            </a:xfrm>
            <a:custGeom>
              <a:avLst/>
              <a:gdLst/>
              <a:ahLst/>
              <a:cxnLst/>
              <a:rect l="l" t="t" r="r" b="b"/>
              <a:pathLst>
                <a:path w="27405" h="27405" extrusionOk="0">
                  <a:moveTo>
                    <a:pt x="27405" y="13702"/>
                  </a:moveTo>
                  <a:cubicBezTo>
                    <a:pt x="27405" y="21270"/>
                    <a:pt x="21270" y="27405"/>
                    <a:pt x="13703" y="27405"/>
                  </a:cubicBezTo>
                  <a:cubicBezTo>
                    <a:pt x="6135" y="27405"/>
                    <a:pt x="0" y="21270"/>
                    <a:pt x="0" y="13702"/>
                  </a:cubicBezTo>
                  <a:cubicBezTo>
                    <a:pt x="0" y="6135"/>
                    <a:pt x="6135" y="0"/>
                    <a:pt x="13703" y="0"/>
                  </a:cubicBezTo>
                  <a:cubicBezTo>
                    <a:pt x="21270" y="0"/>
                    <a:pt x="27405" y="6135"/>
                    <a:pt x="27405" y="137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697;p45" descr="Loan with solid fill">
              <a:extLst>
                <a:ext uri="{FF2B5EF4-FFF2-40B4-BE49-F238E27FC236}">
                  <a16:creationId xmlns:a16="http://schemas.microsoft.com/office/drawing/2014/main" id="{017D4206-9215-68A5-2030-0FD5C1B29E4D}"/>
                </a:ext>
              </a:extLst>
            </p:cNvPr>
            <p:cNvSpPr/>
            <p:nvPr/>
          </p:nvSpPr>
          <p:spPr>
            <a:xfrm>
              <a:off x="9823926" y="8134661"/>
              <a:ext cx="540000" cy="227046"/>
            </a:xfrm>
            <a:custGeom>
              <a:avLst/>
              <a:gdLst/>
              <a:ahLst/>
              <a:cxnLst/>
              <a:rect l="l" t="t" r="r" b="b"/>
              <a:pathLst>
                <a:path w="540000" h="227046" extrusionOk="0">
                  <a:moveTo>
                    <a:pt x="540000" y="24546"/>
                  </a:moveTo>
                  <a:cubicBezTo>
                    <a:pt x="540065" y="11055"/>
                    <a:pt x="529182" y="66"/>
                    <a:pt x="515691" y="0"/>
                  </a:cubicBezTo>
                  <a:cubicBezTo>
                    <a:pt x="511127" y="-21"/>
                    <a:pt x="506648" y="1236"/>
                    <a:pt x="502763" y="3629"/>
                  </a:cubicBezTo>
                  <a:lnTo>
                    <a:pt x="397830" y="63629"/>
                  </a:lnTo>
                  <a:cubicBezTo>
                    <a:pt x="399249" y="70455"/>
                    <a:pt x="399206" y="77505"/>
                    <a:pt x="397703" y="84314"/>
                  </a:cubicBezTo>
                  <a:cubicBezTo>
                    <a:pt x="392198" y="107107"/>
                    <a:pt x="371649" y="123055"/>
                    <a:pt x="348203" y="122729"/>
                  </a:cubicBezTo>
                  <a:lnTo>
                    <a:pt x="239318" y="122729"/>
                  </a:lnTo>
                  <a:lnTo>
                    <a:pt x="239318" y="98181"/>
                  </a:lnTo>
                  <a:lnTo>
                    <a:pt x="349770" y="98181"/>
                  </a:lnTo>
                  <a:cubicBezTo>
                    <a:pt x="363326" y="98418"/>
                    <a:pt x="374506" y="87622"/>
                    <a:pt x="374743" y="74067"/>
                  </a:cubicBezTo>
                  <a:cubicBezTo>
                    <a:pt x="374980" y="60512"/>
                    <a:pt x="364184" y="49331"/>
                    <a:pt x="350628" y="49094"/>
                  </a:cubicBezTo>
                  <a:cubicBezTo>
                    <a:pt x="350342" y="49089"/>
                    <a:pt x="350056" y="49089"/>
                    <a:pt x="349770" y="49094"/>
                  </a:cubicBezTo>
                  <a:lnTo>
                    <a:pt x="202500" y="49094"/>
                  </a:lnTo>
                  <a:cubicBezTo>
                    <a:pt x="192265" y="49089"/>
                    <a:pt x="182232" y="51946"/>
                    <a:pt x="173535" y="57344"/>
                  </a:cubicBezTo>
                  <a:lnTo>
                    <a:pt x="0" y="141134"/>
                  </a:lnTo>
                  <a:lnTo>
                    <a:pt x="85913" y="227046"/>
                  </a:lnTo>
                  <a:cubicBezTo>
                    <a:pt x="125603" y="187349"/>
                    <a:pt x="177188" y="171816"/>
                    <a:pt x="233183" y="171816"/>
                  </a:cubicBezTo>
                  <a:lnTo>
                    <a:pt x="347873" y="171816"/>
                  </a:lnTo>
                  <a:cubicBezTo>
                    <a:pt x="353097" y="171811"/>
                    <a:pt x="358184" y="170141"/>
                    <a:pt x="362393" y="167046"/>
                  </a:cubicBezTo>
                  <a:lnTo>
                    <a:pt x="530940" y="43446"/>
                  </a:lnTo>
                  <a:cubicBezTo>
                    <a:pt x="536650" y="38831"/>
                    <a:pt x="539978" y="31889"/>
                    <a:pt x="540000" y="2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698;p45" descr="Loan with solid fill">
              <a:extLst>
                <a:ext uri="{FF2B5EF4-FFF2-40B4-BE49-F238E27FC236}">
                  <a16:creationId xmlns:a16="http://schemas.microsoft.com/office/drawing/2014/main" id="{9236912C-534B-C0F9-4F70-23603348D969}"/>
                </a:ext>
              </a:extLst>
            </p:cNvPr>
            <p:cNvSpPr/>
            <p:nvPr/>
          </p:nvSpPr>
          <p:spPr>
            <a:xfrm>
              <a:off x="9899638" y="7784260"/>
              <a:ext cx="379327" cy="373559"/>
            </a:xfrm>
            <a:custGeom>
              <a:avLst/>
              <a:gdLst/>
              <a:ahLst/>
              <a:cxnLst/>
              <a:rect l="l" t="t" r="r" b="b"/>
              <a:pathLst>
                <a:path w="379327" h="373559" extrusionOk="0">
                  <a:moveTo>
                    <a:pt x="119288" y="0"/>
                  </a:moveTo>
                  <a:lnTo>
                    <a:pt x="284693" y="158355"/>
                  </a:lnTo>
                  <a:lnTo>
                    <a:pt x="257888" y="174225"/>
                  </a:lnTo>
                  <a:lnTo>
                    <a:pt x="131955" y="53663"/>
                  </a:lnTo>
                  <a:lnTo>
                    <a:pt x="108592" y="54562"/>
                  </a:lnTo>
                  <a:lnTo>
                    <a:pt x="54037" y="111540"/>
                  </a:lnTo>
                  <a:lnTo>
                    <a:pt x="53948" y="134723"/>
                  </a:lnTo>
                  <a:lnTo>
                    <a:pt x="247582" y="320100"/>
                  </a:lnTo>
                  <a:lnTo>
                    <a:pt x="270690" y="319050"/>
                  </a:lnTo>
                  <a:lnTo>
                    <a:pt x="325245" y="262065"/>
                  </a:lnTo>
                  <a:lnTo>
                    <a:pt x="325508" y="238958"/>
                  </a:lnTo>
                  <a:lnTo>
                    <a:pt x="325388" y="238845"/>
                  </a:lnTo>
                  <a:lnTo>
                    <a:pt x="352200" y="222983"/>
                  </a:lnTo>
                  <a:lnTo>
                    <a:pt x="379328" y="248955"/>
                  </a:lnTo>
                  <a:lnTo>
                    <a:pt x="260040" y="373560"/>
                  </a:lnTo>
                  <a:lnTo>
                    <a:pt x="0" y="124605"/>
                  </a:lnTo>
                  <a:lnTo>
                    <a:pt x="1192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699;p45" descr="Loan with solid fill">
              <a:extLst>
                <a:ext uri="{FF2B5EF4-FFF2-40B4-BE49-F238E27FC236}">
                  <a16:creationId xmlns:a16="http://schemas.microsoft.com/office/drawing/2014/main" id="{18B2945E-995B-CD59-A564-950678E63729}"/>
                </a:ext>
              </a:extLst>
            </p:cNvPr>
            <p:cNvSpPr/>
            <p:nvPr/>
          </p:nvSpPr>
          <p:spPr>
            <a:xfrm>
              <a:off x="10113935" y="7809984"/>
              <a:ext cx="399990" cy="226172"/>
            </a:xfrm>
            <a:custGeom>
              <a:avLst/>
              <a:gdLst/>
              <a:ahLst/>
              <a:cxnLst/>
              <a:rect l="l" t="t" r="r" b="b"/>
              <a:pathLst>
                <a:path w="399990" h="226172" extrusionOk="0">
                  <a:moveTo>
                    <a:pt x="31650" y="177353"/>
                  </a:moveTo>
                  <a:lnTo>
                    <a:pt x="122655" y="123473"/>
                  </a:lnTo>
                  <a:cubicBezTo>
                    <a:pt x="123832" y="117373"/>
                    <a:pt x="119840" y="111473"/>
                    <a:pt x="113740" y="110296"/>
                  </a:cubicBezTo>
                  <a:cubicBezTo>
                    <a:pt x="112607" y="110078"/>
                    <a:pt x="111448" y="110034"/>
                    <a:pt x="110303" y="110168"/>
                  </a:cubicBezTo>
                  <a:lnTo>
                    <a:pt x="83768" y="113288"/>
                  </a:lnTo>
                  <a:lnTo>
                    <a:pt x="0" y="32843"/>
                  </a:lnTo>
                  <a:lnTo>
                    <a:pt x="86250" y="2176"/>
                  </a:lnTo>
                  <a:cubicBezTo>
                    <a:pt x="93597" y="-442"/>
                    <a:pt x="101577" y="-704"/>
                    <a:pt x="109080" y="1426"/>
                  </a:cubicBezTo>
                  <a:lnTo>
                    <a:pt x="192368" y="29258"/>
                  </a:lnTo>
                  <a:cubicBezTo>
                    <a:pt x="243495" y="42368"/>
                    <a:pt x="294435" y="40471"/>
                    <a:pt x="341085" y="14626"/>
                  </a:cubicBezTo>
                  <a:lnTo>
                    <a:pt x="399990" y="120923"/>
                  </a:lnTo>
                  <a:lnTo>
                    <a:pt x="230903" y="150001"/>
                  </a:lnTo>
                  <a:lnTo>
                    <a:pt x="230835" y="150001"/>
                  </a:lnTo>
                  <a:lnTo>
                    <a:pt x="210045" y="153578"/>
                  </a:lnTo>
                  <a:lnTo>
                    <a:pt x="210045" y="153511"/>
                  </a:lnTo>
                  <a:lnTo>
                    <a:pt x="161063" y="161761"/>
                  </a:lnTo>
                  <a:lnTo>
                    <a:pt x="58388" y="222511"/>
                  </a:lnTo>
                  <a:cubicBezTo>
                    <a:pt x="45909" y="229892"/>
                    <a:pt x="29810" y="225761"/>
                    <a:pt x="22429" y="213282"/>
                  </a:cubicBezTo>
                  <a:cubicBezTo>
                    <a:pt x="15047" y="200804"/>
                    <a:pt x="19179" y="184705"/>
                    <a:pt x="31658" y="1773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605037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C75194A-F725-1BB2-67E7-8FB4376621F3}"/>
              </a:ext>
            </a:extLst>
          </p:cNvPr>
          <p:cNvSpPr txBox="1"/>
          <p:nvPr/>
        </p:nvSpPr>
        <p:spPr>
          <a:xfrm>
            <a:off x="377952" y="329455"/>
            <a:ext cx="3486912" cy="253916"/>
          </a:xfrm>
          <a:prstGeom prst="rect">
            <a:avLst/>
          </a:prstGeom>
          <a:noFill/>
        </p:spPr>
        <p:txBody>
          <a:bodyPr wrap="square">
            <a:spAutoFit/>
          </a:bodyPr>
          <a:lstStyle/>
          <a:p>
            <a:r>
              <a:rPr lang="es-CO" sz="1050" dirty="0">
                <a:solidFill>
                  <a:srgbClr val="2C4293"/>
                </a:solidFill>
                <a:latin typeface="Calibri" panose="020F0502020204030204" pitchFamily="34" charset="0"/>
                <a:cs typeface="Calibri" panose="020F0502020204030204" pitchFamily="34" charset="0"/>
              </a:rPr>
              <a:t>00. Guía – Sistema Visual/Iconografía</a:t>
            </a:r>
          </a:p>
        </p:txBody>
      </p:sp>
      <p:sp>
        <p:nvSpPr>
          <p:cNvPr id="3" name="Rectángulo 2">
            <a:extLst>
              <a:ext uri="{FF2B5EF4-FFF2-40B4-BE49-F238E27FC236}">
                <a16:creationId xmlns:a16="http://schemas.microsoft.com/office/drawing/2014/main" id="{80127CBF-2210-0B1B-1A3F-77730211B526}"/>
              </a:ext>
            </a:extLst>
          </p:cNvPr>
          <p:cNvSpPr/>
          <p:nvPr/>
        </p:nvSpPr>
        <p:spPr>
          <a:xfrm>
            <a:off x="6096000" y="0"/>
            <a:ext cx="6096000" cy="6858000"/>
          </a:xfrm>
          <a:prstGeom prst="rect">
            <a:avLst/>
          </a:prstGeom>
          <a:solidFill>
            <a:srgbClr val="2C4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BA81B60E-8B38-CA2E-CED8-2A92473CFC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4744" y="878461"/>
            <a:ext cx="484151" cy="345147"/>
          </a:xfrm>
          <a:prstGeom prst="rect">
            <a:avLst/>
          </a:prstGeom>
        </p:spPr>
      </p:pic>
      <p:pic>
        <p:nvPicPr>
          <p:cNvPr id="5" name="Imagen 4">
            <a:extLst>
              <a:ext uri="{FF2B5EF4-FFF2-40B4-BE49-F238E27FC236}">
                <a16:creationId xmlns:a16="http://schemas.microsoft.com/office/drawing/2014/main" id="{BD9A9559-C3AB-C1E9-947A-8F5727AD96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30809" y="808959"/>
            <a:ext cx="484151" cy="484151"/>
          </a:xfrm>
          <a:prstGeom prst="rect">
            <a:avLst/>
          </a:prstGeom>
        </p:spPr>
      </p:pic>
      <p:pic>
        <p:nvPicPr>
          <p:cNvPr id="6" name="Imagen 5">
            <a:extLst>
              <a:ext uri="{FF2B5EF4-FFF2-40B4-BE49-F238E27FC236}">
                <a16:creationId xmlns:a16="http://schemas.microsoft.com/office/drawing/2014/main" id="{11A59456-5B7D-0B52-FE8F-373CECB341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03363" y="808959"/>
            <a:ext cx="345147" cy="484151"/>
          </a:xfrm>
          <a:prstGeom prst="rect">
            <a:avLst/>
          </a:prstGeom>
        </p:spPr>
      </p:pic>
      <p:pic>
        <p:nvPicPr>
          <p:cNvPr id="7" name="Imagen 6">
            <a:extLst>
              <a:ext uri="{FF2B5EF4-FFF2-40B4-BE49-F238E27FC236}">
                <a16:creationId xmlns:a16="http://schemas.microsoft.com/office/drawing/2014/main" id="{0D3077EB-9E0F-F89B-BF46-D4D05CEF921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4236" y="808959"/>
            <a:ext cx="484151" cy="484151"/>
          </a:xfrm>
          <a:prstGeom prst="rect">
            <a:avLst/>
          </a:prstGeom>
        </p:spPr>
      </p:pic>
      <p:pic>
        <p:nvPicPr>
          <p:cNvPr id="8" name="Imagen 7">
            <a:extLst>
              <a:ext uri="{FF2B5EF4-FFF2-40B4-BE49-F238E27FC236}">
                <a16:creationId xmlns:a16="http://schemas.microsoft.com/office/drawing/2014/main" id="{F15735A3-9893-CBEC-1C4A-0F780725463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32359" y="808959"/>
            <a:ext cx="484151" cy="484151"/>
          </a:xfrm>
          <a:prstGeom prst="rect">
            <a:avLst/>
          </a:prstGeom>
        </p:spPr>
      </p:pic>
      <p:pic>
        <p:nvPicPr>
          <p:cNvPr id="9" name="Imagen 8">
            <a:extLst>
              <a:ext uri="{FF2B5EF4-FFF2-40B4-BE49-F238E27FC236}">
                <a16:creationId xmlns:a16="http://schemas.microsoft.com/office/drawing/2014/main" id="{30C4190C-3334-E353-5618-0F9E1CC273B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304148" y="808959"/>
            <a:ext cx="484151" cy="484151"/>
          </a:xfrm>
          <a:prstGeom prst="rect">
            <a:avLst/>
          </a:prstGeom>
        </p:spPr>
      </p:pic>
      <p:pic>
        <p:nvPicPr>
          <p:cNvPr id="10" name="Imagen 9">
            <a:extLst>
              <a:ext uri="{FF2B5EF4-FFF2-40B4-BE49-F238E27FC236}">
                <a16:creationId xmlns:a16="http://schemas.microsoft.com/office/drawing/2014/main" id="{F459B0B4-40A9-6303-8CB3-7A579132D7E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038914" y="878461"/>
            <a:ext cx="484151" cy="345147"/>
          </a:xfrm>
          <a:prstGeom prst="rect">
            <a:avLst/>
          </a:prstGeom>
        </p:spPr>
      </p:pic>
      <p:pic>
        <p:nvPicPr>
          <p:cNvPr id="11" name="Imagen 10">
            <a:extLst>
              <a:ext uri="{FF2B5EF4-FFF2-40B4-BE49-F238E27FC236}">
                <a16:creationId xmlns:a16="http://schemas.microsoft.com/office/drawing/2014/main" id="{6FF67A59-5638-7D2A-F50F-054AD8416B37}"/>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233861" y="1456050"/>
            <a:ext cx="484151" cy="484151"/>
          </a:xfrm>
          <a:prstGeom prst="rect">
            <a:avLst/>
          </a:prstGeom>
        </p:spPr>
      </p:pic>
      <p:pic>
        <p:nvPicPr>
          <p:cNvPr id="12" name="Imagen 11">
            <a:extLst>
              <a:ext uri="{FF2B5EF4-FFF2-40B4-BE49-F238E27FC236}">
                <a16:creationId xmlns:a16="http://schemas.microsoft.com/office/drawing/2014/main" id="{F38EB581-AE7D-4351-09C8-CBBF926E904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830809" y="1456050"/>
            <a:ext cx="484151" cy="484151"/>
          </a:xfrm>
          <a:prstGeom prst="rect">
            <a:avLst/>
          </a:prstGeom>
        </p:spPr>
      </p:pic>
      <p:pic>
        <p:nvPicPr>
          <p:cNvPr id="13" name="Imagen 12">
            <a:extLst>
              <a:ext uri="{FF2B5EF4-FFF2-40B4-BE49-F238E27FC236}">
                <a16:creationId xmlns:a16="http://schemas.microsoft.com/office/drawing/2014/main" id="{B661325E-2E8B-A911-7A8C-38A4689BED03}"/>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94744" y="1525552"/>
            <a:ext cx="484151" cy="345147"/>
          </a:xfrm>
          <a:prstGeom prst="rect">
            <a:avLst/>
          </a:prstGeom>
        </p:spPr>
      </p:pic>
      <p:pic>
        <p:nvPicPr>
          <p:cNvPr id="14" name="Imagen 13">
            <a:extLst>
              <a:ext uri="{FF2B5EF4-FFF2-40B4-BE49-F238E27FC236}">
                <a16:creationId xmlns:a16="http://schemas.microsoft.com/office/drawing/2014/main" id="{5830937C-7496-B094-0E53-B701059FFBEC}"/>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2444236" y="1456050"/>
            <a:ext cx="484151" cy="484151"/>
          </a:xfrm>
          <a:prstGeom prst="rect">
            <a:avLst/>
          </a:prstGeom>
        </p:spPr>
      </p:pic>
      <p:pic>
        <p:nvPicPr>
          <p:cNvPr id="15" name="Imagen 14">
            <a:extLst>
              <a:ext uri="{FF2B5EF4-FFF2-40B4-BE49-F238E27FC236}">
                <a16:creationId xmlns:a16="http://schemas.microsoft.com/office/drawing/2014/main" id="{DC20532D-D50F-B1DA-248C-F7E3E3443FC8}"/>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108416" y="1456050"/>
            <a:ext cx="345147" cy="484151"/>
          </a:xfrm>
          <a:prstGeom prst="rect">
            <a:avLst/>
          </a:prstGeom>
        </p:spPr>
      </p:pic>
      <p:pic>
        <p:nvPicPr>
          <p:cNvPr id="16" name="Imagen 15">
            <a:extLst>
              <a:ext uri="{FF2B5EF4-FFF2-40B4-BE49-F238E27FC236}">
                <a16:creationId xmlns:a16="http://schemas.microsoft.com/office/drawing/2014/main" id="{1AD319CB-E607-E78F-A48E-BB303E827DE6}"/>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4304148" y="1456050"/>
            <a:ext cx="484151" cy="484151"/>
          </a:xfrm>
          <a:prstGeom prst="rect">
            <a:avLst/>
          </a:prstGeom>
        </p:spPr>
      </p:pic>
      <p:pic>
        <p:nvPicPr>
          <p:cNvPr id="17" name="Imagen 16">
            <a:extLst>
              <a:ext uri="{FF2B5EF4-FFF2-40B4-BE49-F238E27FC236}">
                <a16:creationId xmlns:a16="http://schemas.microsoft.com/office/drawing/2014/main" id="{D9E91364-E8C0-E5D4-89FD-CF480AC916EA}"/>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764246" y="2122797"/>
            <a:ext cx="345147" cy="484151"/>
          </a:xfrm>
          <a:prstGeom prst="rect">
            <a:avLst/>
          </a:prstGeom>
        </p:spPr>
      </p:pic>
      <p:pic>
        <p:nvPicPr>
          <p:cNvPr id="18" name="Imagen 17">
            <a:extLst>
              <a:ext uri="{FF2B5EF4-FFF2-40B4-BE49-F238E27FC236}">
                <a16:creationId xmlns:a16="http://schemas.microsoft.com/office/drawing/2014/main" id="{F6234D55-23D4-0EC1-5FD4-38CDF4BF9B2D}"/>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3632359" y="1525552"/>
            <a:ext cx="484151" cy="345147"/>
          </a:xfrm>
          <a:prstGeom prst="rect">
            <a:avLst/>
          </a:prstGeom>
        </p:spPr>
      </p:pic>
      <p:pic>
        <p:nvPicPr>
          <p:cNvPr id="19" name="Imagen 18">
            <a:extLst>
              <a:ext uri="{FF2B5EF4-FFF2-40B4-BE49-F238E27FC236}">
                <a16:creationId xmlns:a16="http://schemas.microsoft.com/office/drawing/2014/main" id="{56123F50-5329-81B9-6526-FC797BD2831C}"/>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1233861" y="2122797"/>
            <a:ext cx="484151" cy="484151"/>
          </a:xfrm>
          <a:prstGeom prst="rect">
            <a:avLst/>
          </a:prstGeom>
        </p:spPr>
      </p:pic>
      <p:pic>
        <p:nvPicPr>
          <p:cNvPr id="20" name="Imagen 19">
            <a:extLst>
              <a:ext uri="{FF2B5EF4-FFF2-40B4-BE49-F238E27FC236}">
                <a16:creationId xmlns:a16="http://schemas.microsoft.com/office/drawing/2014/main" id="{CEF236C4-FC18-1EE8-2A2E-BBCC91FDF3FE}"/>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1830809" y="2122797"/>
            <a:ext cx="484151" cy="484151"/>
          </a:xfrm>
          <a:prstGeom prst="rect">
            <a:avLst/>
          </a:prstGeom>
        </p:spPr>
      </p:pic>
      <p:pic>
        <p:nvPicPr>
          <p:cNvPr id="21" name="Imagen 20">
            <a:extLst>
              <a:ext uri="{FF2B5EF4-FFF2-40B4-BE49-F238E27FC236}">
                <a16:creationId xmlns:a16="http://schemas.microsoft.com/office/drawing/2014/main" id="{392E5120-0DEC-2E1A-9BB6-11DB7C5D91E2}"/>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2444236" y="2122797"/>
            <a:ext cx="484151" cy="484151"/>
          </a:xfrm>
          <a:prstGeom prst="rect">
            <a:avLst/>
          </a:prstGeom>
        </p:spPr>
      </p:pic>
      <p:pic>
        <p:nvPicPr>
          <p:cNvPr id="22" name="Imagen 21">
            <a:extLst>
              <a:ext uri="{FF2B5EF4-FFF2-40B4-BE49-F238E27FC236}">
                <a16:creationId xmlns:a16="http://schemas.microsoft.com/office/drawing/2014/main" id="{8C368BF3-B0EE-D2BE-D5BF-A89C6ECB9415}"/>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3038914" y="2122797"/>
            <a:ext cx="484151" cy="484151"/>
          </a:xfrm>
          <a:prstGeom prst="rect">
            <a:avLst/>
          </a:prstGeom>
        </p:spPr>
      </p:pic>
      <p:pic>
        <p:nvPicPr>
          <p:cNvPr id="23" name="Imagen 22">
            <a:extLst>
              <a:ext uri="{FF2B5EF4-FFF2-40B4-BE49-F238E27FC236}">
                <a16:creationId xmlns:a16="http://schemas.microsoft.com/office/drawing/2014/main" id="{35F3C575-2CCE-C064-33A5-27570550CFCA}"/>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3701861" y="2122797"/>
            <a:ext cx="345147" cy="484151"/>
          </a:xfrm>
          <a:prstGeom prst="rect">
            <a:avLst/>
          </a:prstGeom>
        </p:spPr>
      </p:pic>
      <p:pic>
        <p:nvPicPr>
          <p:cNvPr id="24" name="Imagen 23">
            <a:extLst>
              <a:ext uri="{FF2B5EF4-FFF2-40B4-BE49-F238E27FC236}">
                <a16:creationId xmlns:a16="http://schemas.microsoft.com/office/drawing/2014/main" id="{D1A00278-D7F5-3377-47D8-7248FBC077F6}"/>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694744" y="2797483"/>
            <a:ext cx="484151" cy="484151"/>
          </a:xfrm>
          <a:prstGeom prst="rect">
            <a:avLst/>
          </a:prstGeom>
        </p:spPr>
      </p:pic>
      <p:pic>
        <p:nvPicPr>
          <p:cNvPr id="25" name="Imagen 24">
            <a:extLst>
              <a:ext uri="{FF2B5EF4-FFF2-40B4-BE49-F238E27FC236}">
                <a16:creationId xmlns:a16="http://schemas.microsoft.com/office/drawing/2014/main" id="{618BD231-DD66-89D4-CBA5-40FD7E8AE595}"/>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4304148" y="2192299"/>
            <a:ext cx="484151" cy="345147"/>
          </a:xfrm>
          <a:prstGeom prst="rect">
            <a:avLst/>
          </a:prstGeom>
        </p:spPr>
      </p:pic>
      <p:pic>
        <p:nvPicPr>
          <p:cNvPr id="26" name="Imagen 25">
            <a:extLst>
              <a:ext uri="{FF2B5EF4-FFF2-40B4-BE49-F238E27FC236}">
                <a16:creationId xmlns:a16="http://schemas.microsoft.com/office/drawing/2014/main" id="{7D7A9A9C-5183-2AFA-AF3A-2976A8A2E6C0}"/>
              </a:ext>
            </a:extLst>
          </p:cNvPr>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2444236" y="2797483"/>
            <a:ext cx="484151" cy="484151"/>
          </a:xfrm>
          <a:prstGeom prst="rect">
            <a:avLst/>
          </a:prstGeom>
        </p:spPr>
      </p:pic>
      <p:pic>
        <p:nvPicPr>
          <p:cNvPr id="27" name="Imagen 26">
            <a:extLst>
              <a:ext uri="{FF2B5EF4-FFF2-40B4-BE49-F238E27FC236}">
                <a16:creationId xmlns:a16="http://schemas.microsoft.com/office/drawing/2014/main" id="{10CB446C-8988-BC6E-C167-1C3079E1DC40}"/>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1830809" y="2797483"/>
            <a:ext cx="484151" cy="484151"/>
          </a:xfrm>
          <a:prstGeom prst="rect">
            <a:avLst/>
          </a:prstGeom>
        </p:spPr>
      </p:pic>
      <p:pic>
        <p:nvPicPr>
          <p:cNvPr id="28" name="Imagen 27">
            <a:extLst>
              <a:ext uri="{FF2B5EF4-FFF2-40B4-BE49-F238E27FC236}">
                <a16:creationId xmlns:a16="http://schemas.microsoft.com/office/drawing/2014/main" id="{34169D5D-CA47-55CD-624B-9E456C9F99DB}"/>
              </a:ext>
            </a:extLst>
          </p:cNvPr>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1303363" y="2797483"/>
            <a:ext cx="345147" cy="484151"/>
          </a:xfrm>
          <a:prstGeom prst="rect">
            <a:avLst/>
          </a:prstGeom>
        </p:spPr>
      </p:pic>
      <p:pic>
        <p:nvPicPr>
          <p:cNvPr id="29" name="Imagen 28">
            <a:extLst>
              <a:ext uri="{FF2B5EF4-FFF2-40B4-BE49-F238E27FC236}">
                <a16:creationId xmlns:a16="http://schemas.microsoft.com/office/drawing/2014/main" id="{E6B0E7F4-8DB5-B9A7-3E63-7E6F3A500E06}"/>
              </a:ext>
            </a:extLst>
          </p:cNvPr>
          <p:cNvPicPr>
            <a:picLocks noChangeAspect="1"/>
          </p:cNvPicPr>
          <p:nvPr/>
        </p:nvPicPr>
        <p:blipFill>
          <a:blip r:embed="rId27" cstate="screen">
            <a:extLst>
              <a:ext uri="{28A0092B-C50C-407E-A947-70E740481C1C}">
                <a14:useLocalDpi xmlns:a14="http://schemas.microsoft.com/office/drawing/2010/main"/>
              </a:ext>
            </a:extLst>
          </a:blip>
          <a:srcRect/>
          <a:stretch/>
        </p:blipFill>
        <p:spPr>
          <a:xfrm>
            <a:off x="694744" y="3853309"/>
            <a:ext cx="484151" cy="345146"/>
          </a:xfrm>
          <a:prstGeom prst="rect">
            <a:avLst/>
          </a:prstGeom>
        </p:spPr>
      </p:pic>
      <p:pic>
        <p:nvPicPr>
          <p:cNvPr id="30" name="Imagen 29">
            <a:extLst>
              <a:ext uri="{FF2B5EF4-FFF2-40B4-BE49-F238E27FC236}">
                <a16:creationId xmlns:a16="http://schemas.microsoft.com/office/drawing/2014/main" id="{30B6C8AD-1859-D0B2-BCE3-902193A02875}"/>
              </a:ext>
            </a:extLst>
          </p:cNvPr>
          <p:cNvPicPr>
            <a:picLocks noChangeAspect="1"/>
          </p:cNvPicPr>
          <p:nvPr/>
        </p:nvPicPr>
        <p:blipFill>
          <a:blip r:embed="rId28" cstate="screen">
            <a:extLst>
              <a:ext uri="{28A0092B-C50C-407E-A947-70E740481C1C}">
                <a14:useLocalDpi xmlns:a14="http://schemas.microsoft.com/office/drawing/2010/main"/>
              </a:ext>
            </a:extLst>
          </a:blip>
          <a:srcRect/>
          <a:stretch/>
        </p:blipFill>
        <p:spPr>
          <a:xfrm>
            <a:off x="1830809" y="3783807"/>
            <a:ext cx="484151" cy="484151"/>
          </a:xfrm>
          <a:prstGeom prst="rect">
            <a:avLst/>
          </a:prstGeom>
        </p:spPr>
      </p:pic>
      <p:pic>
        <p:nvPicPr>
          <p:cNvPr id="31" name="Imagen 30">
            <a:extLst>
              <a:ext uri="{FF2B5EF4-FFF2-40B4-BE49-F238E27FC236}">
                <a16:creationId xmlns:a16="http://schemas.microsoft.com/office/drawing/2014/main" id="{9C103CD3-0689-D1D2-8A6D-22D266E2CE5C}"/>
              </a:ext>
            </a:extLst>
          </p:cNvPr>
          <p:cNvPicPr>
            <a:picLocks noChangeAspect="1"/>
          </p:cNvPicPr>
          <p:nvPr/>
        </p:nvPicPr>
        <p:blipFill>
          <a:blip r:embed="rId29" cstate="screen">
            <a:extLst>
              <a:ext uri="{28A0092B-C50C-407E-A947-70E740481C1C}">
                <a14:useLocalDpi xmlns:a14="http://schemas.microsoft.com/office/drawing/2010/main"/>
              </a:ext>
            </a:extLst>
          </a:blip>
          <a:srcRect/>
          <a:stretch/>
        </p:blipFill>
        <p:spPr>
          <a:xfrm>
            <a:off x="1303363" y="3783807"/>
            <a:ext cx="345146" cy="484151"/>
          </a:xfrm>
          <a:prstGeom prst="rect">
            <a:avLst/>
          </a:prstGeom>
        </p:spPr>
      </p:pic>
      <p:pic>
        <p:nvPicPr>
          <p:cNvPr id="32" name="Imagen 31">
            <a:extLst>
              <a:ext uri="{FF2B5EF4-FFF2-40B4-BE49-F238E27FC236}">
                <a16:creationId xmlns:a16="http://schemas.microsoft.com/office/drawing/2014/main" id="{9D044142-8CBA-B051-D3C7-CCEEF5F92C13}"/>
              </a:ext>
            </a:extLst>
          </p:cNvPr>
          <p:cNvPicPr>
            <a:picLocks noChangeAspect="1"/>
          </p:cNvPicPr>
          <p:nvPr/>
        </p:nvPicPr>
        <p:blipFill>
          <a:blip r:embed="rId30" cstate="screen">
            <a:extLst>
              <a:ext uri="{28A0092B-C50C-407E-A947-70E740481C1C}">
                <a14:useLocalDpi xmlns:a14="http://schemas.microsoft.com/office/drawing/2010/main"/>
              </a:ext>
            </a:extLst>
          </a:blip>
          <a:srcRect/>
          <a:stretch/>
        </p:blipFill>
        <p:spPr>
          <a:xfrm>
            <a:off x="2444236" y="3783807"/>
            <a:ext cx="484151" cy="484151"/>
          </a:xfrm>
          <a:prstGeom prst="rect">
            <a:avLst/>
          </a:prstGeom>
        </p:spPr>
      </p:pic>
      <p:pic>
        <p:nvPicPr>
          <p:cNvPr id="33" name="Imagen 32">
            <a:extLst>
              <a:ext uri="{FF2B5EF4-FFF2-40B4-BE49-F238E27FC236}">
                <a16:creationId xmlns:a16="http://schemas.microsoft.com/office/drawing/2014/main" id="{BCF9CAA9-F848-52FA-D1D5-B569C1EBAC76}"/>
              </a:ext>
            </a:extLst>
          </p:cNvPr>
          <p:cNvPicPr>
            <a:picLocks noChangeAspect="1"/>
          </p:cNvPicPr>
          <p:nvPr/>
        </p:nvPicPr>
        <p:blipFill>
          <a:blip r:embed="rId31" cstate="screen">
            <a:extLst>
              <a:ext uri="{28A0092B-C50C-407E-A947-70E740481C1C}">
                <a14:useLocalDpi xmlns:a14="http://schemas.microsoft.com/office/drawing/2010/main"/>
              </a:ext>
            </a:extLst>
          </a:blip>
          <a:srcRect/>
          <a:stretch/>
        </p:blipFill>
        <p:spPr>
          <a:xfrm>
            <a:off x="3632359" y="3783807"/>
            <a:ext cx="484151" cy="484151"/>
          </a:xfrm>
          <a:prstGeom prst="rect">
            <a:avLst/>
          </a:prstGeom>
        </p:spPr>
      </p:pic>
      <p:pic>
        <p:nvPicPr>
          <p:cNvPr id="34" name="Imagen 33">
            <a:extLst>
              <a:ext uri="{FF2B5EF4-FFF2-40B4-BE49-F238E27FC236}">
                <a16:creationId xmlns:a16="http://schemas.microsoft.com/office/drawing/2014/main" id="{51141350-A857-CDBE-1FBD-86D51E5E0EA6}"/>
              </a:ext>
            </a:extLst>
          </p:cNvPr>
          <p:cNvPicPr>
            <a:picLocks noChangeAspect="1"/>
          </p:cNvPicPr>
          <p:nvPr/>
        </p:nvPicPr>
        <p:blipFill>
          <a:blip r:embed="rId32" cstate="screen">
            <a:extLst>
              <a:ext uri="{28A0092B-C50C-407E-A947-70E740481C1C}">
                <a14:useLocalDpi xmlns:a14="http://schemas.microsoft.com/office/drawing/2010/main"/>
              </a:ext>
            </a:extLst>
          </a:blip>
          <a:srcRect/>
          <a:stretch/>
        </p:blipFill>
        <p:spPr>
          <a:xfrm>
            <a:off x="4304148" y="3783807"/>
            <a:ext cx="484151" cy="484151"/>
          </a:xfrm>
          <a:prstGeom prst="rect">
            <a:avLst/>
          </a:prstGeom>
        </p:spPr>
      </p:pic>
      <p:pic>
        <p:nvPicPr>
          <p:cNvPr id="35" name="Imagen 34">
            <a:extLst>
              <a:ext uri="{FF2B5EF4-FFF2-40B4-BE49-F238E27FC236}">
                <a16:creationId xmlns:a16="http://schemas.microsoft.com/office/drawing/2014/main" id="{6D154359-6328-B4F7-2476-BCE60A6AD90B}"/>
              </a:ext>
            </a:extLst>
          </p:cNvPr>
          <p:cNvPicPr>
            <a:picLocks noChangeAspect="1"/>
          </p:cNvPicPr>
          <p:nvPr/>
        </p:nvPicPr>
        <p:blipFill>
          <a:blip r:embed="rId33" cstate="screen">
            <a:extLst>
              <a:ext uri="{28A0092B-C50C-407E-A947-70E740481C1C}">
                <a14:useLocalDpi xmlns:a14="http://schemas.microsoft.com/office/drawing/2010/main"/>
              </a:ext>
            </a:extLst>
          </a:blip>
          <a:srcRect/>
          <a:stretch/>
        </p:blipFill>
        <p:spPr>
          <a:xfrm>
            <a:off x="3038914" y="3853309"/>
            <a:ext cx="484151" cy="345146"/>
          </a:xfrm>
          <a:prstGeom prst="rect">
            <a:avLst/>
          </a:prstGeom>
        </p:spPr>
      </p:pic>
      <p:pic>
        <p:nvPicPr>
          <p:cNvPr id="36" name="Imagen 35">
            <a:extLst>
              <a:ext uri="{FF2B5EF4-FFF2-40B4-BE49-F238E27FC236}">
                <a16:creationId xmlns:a16="http://schemas.microsoft.com/office/drawing/2014/main" id="{1466E3D4-FBB1-E667-BD0B-26A4901EF9F3}"/>
              </a:ext>
            </a:extLst>
          </p:cNvPr>
          <p:cNvPicPr>
            <a:picLocks noChangeAspect="1"/>
          </p:cNvPicPr>
          <p:nvPr/>
        </p:nvPicPr>
        <p:blipFill>
          <a:blip r:embed="rId34" cstate="screen">
            <a:extLst>
              <a:ext uri="{28A0092B-C50C-407E-A947-70E740481C1C}">
                <a14:useLocalDpi xmlns:a14="http://schemas.microsoft.com/office/drawing/2010/main"/>
              </a:ext>
            </a:extLst>
          </a:blip>
          <a:srcRect/>
          <a:stretch/>
        </p:blipFill>
        <p:spPr>
          <a:xfrm>
            <a:off x="1233861" y="4430898"/>
            <a:ext cx="484151" cy="484151"/>
          </a:xfrm>
          <a:prstGeom prst="rect">
            <a:avLst/>
          </a:prstGeom>
        </p:spPr>
      </p:pic>
      <p:pic>
        <p:nvPicPr>
          <p:cNvPr id="37" name="Imagen 36">
            <a:extLst>
              <a:ext uri="{FF2B5EF4-FFF2-40B4-BE49-F238E27FC236}">
                <a16:creationId xmlns:a16="http://schemas.microsoft.com/office/drawing/2014/main" id="{AB3387D9-A20B-D800-7CD6-A4CD4747AFBC}"/>
              </a:ext>
            </a:extLst>
          </p:cNvPr>
          <p:cNvPicPr>
            <a:picLocks noChangeAspect="1"/>
          </p:cNvPicPr>
          <p:nvPr/>
        </p:nvPicPr>
        <p:blipFill>
          <a:blip r:embed="rId35" cstate="screen">
            <a:extLst>
              <a:ext uri="{28A0092B-C50C-407E-A947-70E740481C1C}">
                <a14:useLocalDpi xmlns:a14="http://schemas.microsoft.com/office/drawing/2010/main"/>
              </a:ext>
            </a:extLst>
          </a:blip>
          <a:srcRect/>
          <a:stretch/>
        </p:blipFill>
        <p:spPr>
          <a:xfrm>
            <a:off x="1830809" y="4430898"/>
            <a:ext cx="484151" cy="484151"/>
          </a:xfrm>
          <a:prstGeom prst="rect">
            <a:avLst/>
          </a:prstGeom>
        </p:spPr>
      </p:pic>
      <p:pic>
        <p:nvPicPr>
          <p:cNvPr id="38" name="Imagen 37">
            <a:extLst>
              <a:ext uri="{FF2B5EF4-FFF2-40B4-BE49-F238E27FC236}">
                <a16:creationId xmlns:a16="http://schemas.microsoft.com/office/drawing/2014/main" id="{AAF5D995-F3DB-2C43-2539-3B3C93B018C1}"/>
              </a:ext>
            </a:extLst>
          </p:cNvPr>
          <p:cNvPicPr>
            <a:picLocks noChangeAspect="1"/>
          </p:cNvPicPr>
          <p:nvPr/>
        </p:nvPicPr>
        <p:blipFill>
          <a:blip r:embed="rId36" cstate="screen">
            <a:extLst>
              <a:ext uri="{28A0092B-C50C-407E-A947-70E740481C1C}">
                <a14:useLocalDpi xmlns:a14="http://schemas.microsoft.com/office/drawing/2010/main"/>
              </a:ext>
            </a:extLst>
          </a:blip>
          <a:srcRect/>
          <a:stretch/>
        </p:blipFill>
        <p:spPr>
          <a:xfrm>
            <a:off x="694744" y="4500400"/>
            <a:ext cx="484151" cy="345146"/>
          </a:xfrm>
          <a:prstGeom prst="rect">
            <a:avLst/>
          </a:prstGeom>
        </p:spPr>
      </p:pic>
      <p:pic>
        <p:nvPicPr>
          <p:cNvPr id="39" name="Imagen 38">
            <a:extLst>
              <a:ext uri="{FF2B5EF4-FFF2-40B4-BE49-F238E27FC236}">
                <a16:creationId xmlns:a16="http://schemas.microsoft.com/office/drawing/2014/main" id="{A77D0811-A8A9-9DB2-7D5E-4CDAF640CE54}"/>
              </a:ext>
            </a:extLst>
          </p:cNvPr>
          <p:cNvPicPr>
            <a:picLocks noChangeAspect="1"/>
          </p:cNvPicPr>
          <p:nvPr/>
        </p:nvPicPr>
        <p:blipFill>
          <a:blip r:embed="rId37" cstate="screen">
            <a:extLst>
              <a:ext uri="{28A0092B-C50C-407E-A947-70E740481C1C}">
                <a14:useLocalDpi xmlns:a14="http://schemas.microsoft.com/office/drawing/2010/main"/>
              </a:ext>
            </a:extLst>
          </a:blip>
          <a:srcRect/>
          <a:stretch/>
        </p:blipFill>
        <p:spPr>
          <a:xfrm>
            <a:off x="2444236" y="4430898"/>
            <a:ext cx="484151" cy="484151"/>
          </a:xfrm>
          <a:prstGeom prst="rect">
            <a:avLst/>
          </a:prstGeom>
        </p:spPr>
      </p:pic>
      <p:pic>
        <p:nvPicPr>
          <p:cNvPr id="40" name="Imagen 39">
            <a:extLst>
              <a:ext uri="{FF2B5EF4-FFF2-40B4-BE49-F238E27FC236}">
                <a16:creationId xmlns:a16="http://schemas.microsoft.com/office/drawing/2014/main" id="{62AA5CF9-232D-6EF3-F307-11861F980428}"/>
              </a:ext>
            </a:extLst>
          </p:cNvPr>
          <p:cNvPicPr>
            <a:picLocks noChangeAspect="1"/>
          </p:cNvPicPr>
          <p:nvPr/>
        </p:nvPicPr>
        <p:blipFill>
          <a:blip r:embed="rId38" cstate="screen">
            <a:extLst>
              <a:ext uri="{28A0092B-C50C-407E-A947-70E740481C1C}">
                <a14:useLocalDpi xmlns:a14="http://schemas.microsoft.com/office/drawing/2010/main"/>
              </a:ext>
            </a:extLst>
          </a:blip>
          <a:srcRect/>
          <a:stretch/>
        </p:blipFill>
        <p:spPr>
          <a:xfrm>
            <a:off x="3108416" y="4430898"/>
            <a:ext cx="345146" cy="484151"/>
          </a:xfrm>
          <a:prstGeom prst="rect">
            <a:avLst/>
          </a:prstGeom>
        </p:spPr>
      </p:pic>
      <p:pic>
        <p:nvPicPr>
          <p:cNvPr id="41" name="Imagen 40">
            <a:extLst>
              <a:ext uri="{FF2B5EF4-FFF2-40B4-BE49-F238E27FC236}">
                <a16:creationId xmlns:a16="http://schemas.microsoft.com/office/drawing/2014/main" id="{08F985CA-4A09-4943-A671-BC371AB91D29}"/>
              </a:ext>
            </a:extLst>
          </p:cNvPr>
          <p:cNvPicPr>
            <a:picLocks noChangeAspect="1"/>
          </p:cNvPicPr>
          <p:nvPr/>
        </p:nvPicPr>
        <p:blipFill>
          <a:blip r:embed="rId39" cstate="screen">
            <a:extLst>
              <a:ext uri="{28A0092B-C50C-407E-A947-70E740481C1C}">
                <a14:useLocalDpi xmlns:a14="http://schemas.microsoft.com/office/drawing/2010/main"/>
              </a:ext>
            </a:extLst>
          </a:blip>
          <a:srcRect/>
          <a:stretch/>
        </p:blipFill>
        <p:spPr>
          <a:xfrm>
            <a:off x="4304148" y="4430898"/>
            <a:ext cx="484151" cy="484151"/>
          </a:xfrm>
          <a:prstGeom prst="rect">
            <a:avLst/>
          </a:prstGeom>
        </p:spPr>
      </p:pic>
      <p:pic>
        <p:nvPicPr>
          <p:cNvPr id="42" name="Imagen 41">
            <a:extLst>
              <a:ext uri="{FF2B5EF4-FFF2-40B4-BE49-F238E27FC236}">
                <a16:creationId xmlns:a16="http://schemas.microsoft.com/office/drawing/2014/main" id="{97326C65-D0AD-826D-8F43-792ECC3530D1}"/>
              </a:ext>
            </a:extLst>
          </p:cNvPr>
          <p:cNvPicPr>
            <a:picLocks noChangeAspect="1"/>
          </p:cNvPicPr>
          <p:nvPr/>
        </p:nvPicPr>
        <p:blipFill>
          <a:blip r:embed="rId40" cstate="screen">
            <a:extLst>
              <a:ext uri="{28A0092B-C50C-407E-A947-70E740481C1C}">
                <a14:useLocalDpi xmlns:a14="http://schemas.microsoft.com/office/drawing/2010/main"/>
              </a:ext>
            </a:extLst>
          </a:blip>
          <a:srcRect/>
          <a:stretch/>
        </p:blipFill>
        <p:spPr>
          <a:xfrm>
            <a:off x="764246" y="5097645"/>
            <a:ext cx="345146" cy="484151"/>
          </a:xfrm>
          <a:prstGeom prst="rect">
            <a:avLst/>
          </a:prstGeom>
        </p:spPr>
      </p:pic>
      <p:pic>
        <p:nvPicPr>
          <p:cNvPr id="43" name="Imagen 42">
            <a:extLst>
              <a:ext uri="{FF2B5EF4-FFF2-40B4-BE49-F238E27FC236}">
                <a16:creationId xmlns:a16="http://schemas.microsoft.com/office/drawing/2014/main" id="{6209C91F-2396-061A-5207-A9B8E56E84AD}"/>
              </a:ext>
            </a:extLst>
          </p:cNvPr>
          <p:cNvPicPr>
            <a:picLocks noChangeAspect="1"/>
          </p:cNvPicPr>
          <p:nvPr/>
        </p:nvPicPr>
        <p:blipFill>
          <a:blip r:embed="rId41" cstate="screen">
            <a:extLst>
              <a:ext uri="{28A0092B-C50C-407E-A947-70E740481C1C}">
                <a14:useLocalDpi xmlns:a14="http://schemas.microsoft.com/office/drawing/2010/main"/>
              </a:ext>
            </a:extLst>
          </a:blip>
          <a:srcRect/>
          <a:stretch/>
        </p:blipFill>
        <p:spPr>
          <a:xfrm>
            <a:off x="3632359" y="4500400"/>
            <a:ext cx="484151" cy="345146"/>
          </a:xfrm>
          <a:prstGeom prst="rect">
            <a:avLst/>
          </a:prstGeom>
        </p:spPr>
      </p:pic>
      <p:pic>
        <p:nvPicPr>
          <p:cNvPr id="44" name="Imagen 43">
            <a:extLst>
              <a:ext uri="{FF2B5EF4-FFF2-40B4-BE49-F238E27FC236}">
                <a16:creationId xmlns:a16="http://schemas.microsoft.com/office/drawing/2014/main" id="{F3656DFE-BF97-F081-6F67-7795DF02ACC6}"/>
              </a:ext>
            </a:extLst>
          </p:cNvPr>
          <p:cNvPicPr>
            <a:picLocks noChangeAspect="1"/>
          </p:cNvPicPr>
          <p:nvPr/>
        </p:nvPicPr>
        <p:blipFill>
          <a:blip r:embed="rId42" cstate="screen">
            <a:extLst>
              <a:ext uri="{28A0092B-C50C-407E-A947-70E740481C1C}">
                <a14:useLocalDpi xmlns:a14="http://schemas.microsoft.com/office/drawing/2010/main"/>
              </a:ext>
            </a:extLst>
          </a:blip>
          <a:srcRect/>
          <a:stretch/>
        </p:blipFill>
        <p:spPr>
          <a:xfrm>
            <a:off x="1233861" y="5097645"/>
            <a:ext cx="484151" cy="484151"/>
          </a:xfrm>
          <a:prstGeom prst="rect">
            <a:avLst/>
          </a:prstGeom>
        </p:spPr>
      </p:pic>
      <p:pic>
        <p:nvPicPr>
          <p:cNvPr id="45" name="Imagen 44">
            <a:extLst>
              <a:ext uri="{FF2B5EF4-FFF2-40B4-BE49-F238E27FC236}">
                <a16:creationId xmlns:a16="http://schemas.microsoft.com/office/drawing/2014/main" id="{E49D2451-8290-E0D7-8979-13A25B2894AE}"/>
              </a:ext>
            </a:extLst>
          </p:cNvPr>
          <p:cNvPicPr>
            <a:picLocks noChangeAspect="1"/>
          </p:cNvPicPr>
          <p:nvPr/>
        </p:nvPicPr>
        <p:blipFill>
          <a:blip r:embed="rId43" cstate="screen">
            <a:extLst>
              <a:ext uri="{28A0092B-C50C-407E-A947-70E740481C1C}">
                <a14:useLocalDpi xmlns:a14="http://schemas.microsoft.com/office/drawing/2010/main"/>
              </a:ext>
            </a:extLst>
          </a:blip>
          <a:srcRect/>
          <a:stretch/>
        </p:blipFill>
        <p:spPr>
          <a:xfrm>
            <a:off x="1830809" y="5097645"/>
            <a:ext cx="484151" cy="484151"/>
          </a:xfrm>
          <a:prstGeom prst="rect">
            <a:avLst/>
          </a:prstGeom>
        </p:spPr>
      </p:pic>
      <p:pic>
        <p:nvPicPr>
          <p:cNvPr id="46" name="Imagen 45">
            <a:extLst>
              <a:ext uri="{FF2B5EF4-FFF2-40B4-BE49-F238E27FC236}">
                <a16:creationId xmlns:a16="http://schemas.microsoft.com/office/drawing/2014/main" id="{22EED618-9C9F-CF68-B357-850FC860A5FD}"/>
              </a:ext>
            </a:extLst>
          </p:cNvPr>
          <p:cNvPicPr>
            <a:picLocks noChangeAspect="1"/>
          </p:cNvPicPr>
          <p:nvPr/>
        </p:nvPicPr>
        <p:blipFill>
          <a:blip r:embed="rId44" cstate="screen">
            <a:extLst>
              <a:ext uri="{28A0092B-C50C-407E-A947-70E740481C1C}">
                <a14:useLocalDpi xmlns:a14="http://schemas.microsoft.com/office/drawing/2010/main"/>
              </a:ext>
            </a:extLst>
          </a:blip>
          <a:srcRect/>
          <a:stretch/>
        </p:blipFill>
        <p:spPr>
          <a:xfrm>
            <a:off x="2444236" y="5097645"/>
            <a:ext cx="484151" cy="484151"/>
          </a:xfrm>
          <a:prstGeom prst="rect">
            <a:avLst/>
          </a:prstGeom>
        </p:spPr>
      </p:pic>
      <p:pic>
        <p:nvPicPr>
          <p:cNvPr id="47" name="Imagen 46">
            <a:extLst>
              <a:ext uri="{FF2B5EF4-FFF2-40B4-BE49-F238E27FC236}">
                <a16:creationId xmlns:a16="http://schemas.microsoft.com/office/drawing/2014/main" id="{A9C0B638-255D-2A5E-E658-A0281E337E74}"/>
              </a:ext>
            </a:extLst>
          </p:cNvPr>
          <p:cNvPicPr>
            <a:picLocks noChangeAspect="1"/>
          </p:cNvPicPr>
          <p:nvPr/>
        </p:nvPicPr>
        <p:blipFill>
          <a:blip r:embed="rId45" cstate="screen">
            <a:extLst>
              <a:ext uri="{28A0092B-C50C-407E-A947-70E740481C1C}">
                <a14:useLocalDpi xmlns:a14="http://schemas.microsoft.com/office/drawing/2010/main"/>
              </a:ext>
            </a:extLst>
          </a:blip>
          <a:srcRect/>
          <a:stretch/>
        </p:blipFill>
        <p:spPr>
          <a:xfrm>
            <a:off x="3038914" y="5097645"/>
            <a:ext cx="484151" cy="484151"/>
          </a:xfrm>
          <a:prstGeom prst="rect">
            <a:avLst/>
          </a:prstGeom>
        </p:spPr>
      </p:pic>
      <p:pic>
        <p:nvPicPr>
          <p:cNvPr id="48" name="Imagen 47">
            <a:extLst>
              <a:ext uri="{FF2B5EF4-FFF2-40B4-BE49-F238E27FC236}">
                <a16:creationId xmlns:a16="http://schemas.microsoft.com/office/drawing/2014/main" id="{55EC1E52-C9E1-8B6F-1A2F-B7C6E18E1288}"/>
              </a:ext>
            </a:extLst>
          </p:cNvPr>
          <p:cNvPicPr>
            <a:picLocks noChangeAspect="1"/>
          </p:cNvPicPr>
          <p:nvPr/>
        </p:nvPicPr>
        <p:blipFill>
          <a:blip r:embed="rId46" cstate="screen">
            <a:extLst>
              <a:ext uri="{28A0092B-C50C-407E-A947-70E740481C1C}">
                <a14:useLocalDpi xmlns:a14="http://schemas.microsoft.com/office/drawing/2010/main"/>
              </a:ext>
            </a:extLst>
          </a:blip>
          <a:srcRect/>
          <a:stretch/>
        </p:blipFill>
        <p:spPr>
          <a:xfrm>
            <a:off x="3701861" y="5097645"/>
            <a:ext cx="345146" cy="484151"/>
          </a:xfrm>
          <a:prstGeom prst="rect">
            <a:avLst/>
          </a:prstGeom>
        </p:spPr>
      </p:pic>
      <p:pic>
        <p:nvPicPr>
          <p:cNvPr id="49" name="Imagen 48">
            <a:extLst>
              <a:ext uri="{FF2B5EF4-FFF2-40B4-BE49-F238E27FC236}">
                <a16:creationId xmlns:a16="http://schemas.microsoft.com/office/drawing/2014/main" id="{18A96C36-F8D4-6BE0-976C-C36DA75DB226}"/>
              </a:ext>
            </a:extLst>
          </p:cNvPr>
          <p:cNvPicPr>
            <a:picLocks noChangeAspect="1"/>
          </p:cNvPicPr>
          <p:nvPr/>
        </p:nvPicPr>
        <p:blipFill>
          <a:blip r:embed="rId47" cstate="screen">
            <a:extLst>
              <a:ext uri="{28A0092B-C50C-407E-A947-70E740481C1C}">
                <a14:useLocalDpi xmlns:a14="http://schemas.microsoft.com/office/drawing/2010/main"/>
              </a:ext>
            </a:extLst>
          </a:blip>
          <a:srcRect/>
          <a:stretch/>
        </p:blipFill>
        <p:spPr>
          <a:xfrm>
            <a:off x="694744" y="5772331"/>
            <a:ext cx="484151" cy="484151"/>
          </a:xfrm>
          <a:prstGeom prst="rect">
            <a:avLst/>
          </a:prstGeom>
        </p:spPr>
      </p:pic>
      <p:pic>
        <p:nvPicPr>
          <p:cNvPr id="50" name="Imagen 49">
            <a:extLst>
              <a:ext uri="{FF2B5EF4-FFF2-40B4-BE49-F238E27FC236}">
                <a16:creationId xmlns:a16="http://schemas.microsoft.com/office/drawing/2014/main" id="{A7187658-CF54-3E7F-E431-939352CF50FA}"/>
              </a:ext>
            </a:extLst>
          </p:cNvPr>
          <p:cNvPicPr>
            <a:picLocks noChangeAspect="1"/>
          </p:cNvPicPr>
          <p:nvPr/>
        </p:nvPicPr>
        <p:blipFill>
          <a:blip r:embed="rId48" cstate="screen">
            <a:extLst>
              <a:ext uri="{28A0092B-C50C-407E-A947-70E740481C1C}">
                <a14:useLocalDpi xmlns:a14="http://schemas.microsoft.com/office/drawing/2010/main"/>
              </a:ext>
            </a:extLst>
          </a:blip>
          <a:srcRect/>
          <a:stretch/>
        </p:blipFill>
        <p:spPr>
          <a:xfrm>
            <a:off x="4304148" y="5167147"/>
            <a:ext cx="484151" cy="345146"/>
          </a:xfrm>
          <a:prstGeom prst="rect">
            <a:avLst/>
          </a:prstGeom>
        </p:spPr>
      </p:pic>
      <p:pic>
        <p:nvPicPr>
          <p:cNvPr id="51" name="Imagen 50">
            <a:extLst>
              <a:ext uri="{FF2B5EF4-FFF2-40B4-BE49-F238E27FC236}">
                <a16:creationId xmlns:a16="http://schemas.microsoft.com/office/drawing/2014/main" id="{2CEADF4A-7343-36C6-9D58-D0734F24F491}"/>
              </a:ext>
            </a:extLst>
          </p:cNvPr>
          <p:cNvPicPr>
            <a:picLocks noChangeAspect="1"/>
          </p:cNvPicPr>
          <p:nvPr/>
        </p:nvPicPr>
        <p:blipFill>
          <a:blip r:embed="rId49" cstate="screen">
            <a:extLst>
              <a:ext uri="{28A0092B-C50C-407E-A947-70E740481C1C}">
                <a14:useLocalDpi xmlns:a14="http://schemas.microsoft.com/office/drawing/2010/main"/>
              </a:ext>
            </a:extLst>
          </a:blip>
          <a:srcRect/>
          <a:stretch/>
        </p:blipFill>
        <p:spPr>
          <a:xfrm>
            <a:off x="2444236" y="5772331"/>
            <a:ext cx="484151" cy="484151"/>
          </a:xfrm>
          <a:prstGeom prst="rect">
            <a:avLst/>
          </a:prstGeom>
        </p:spPr>
      </p:pic>
      <p:pic>
        <p:nvPicPr>
          <p:cNvPr id="52" name="Imagen 51">
            <a:extLst>
              <a:ext uri="{FF2B5EF4-FFF2-40B4-BE49-F238E27FC236}">
                <a16:creationId xmlns:a16="http://schemas.microsoft.com/office/drawing/2014/main" id="{248FE479-D738-CBAF-EEA1-492919ED9FC3}"/>
              </a:ext>
            </a:extLst>
          </p:cNvPr>
          <p:cNvPicPr>
            <a:picLocks noChangeAspect="1"/>
          </p:cNvPicPr>
          <p:nvPr/>
        </p:nvPicPr>
        <p:blipFill>
          <a:blip r:embed="rId50" cstate="screen">
            <a:extLst>
              <a:ext uri="{28A0092B-C50C-407E-A947-70E740481C1C}">
                <a14:useLocalDpi xmlns:a14="http://schemas.microsoft.com/office/drawing/2010/main"/>
              </a:ext>
            </a:extLst>
          </a:blip>
          <a:srcRect/>
          <a:stretch/>
        </p:blipFill>
        <p:spPr>
          <a:xfrm>
            <a:off x="1830809" y="5772331"/>
            <a:ext cx="484151" cy="484151"/>
          </a:xfrm>
          <a:prstGeom prst="rect">
            <a:avLst/>
          </a:prstGeom>
        </p:spPr>
      </p:pic>
      <p:pic>
        <p:nvPicPr>
          <p:cNvPr id="53" name="Imagen 52">
            <a:extLst>
              <a:ext uri="{FF2B5EF4-FFF2-40B4-BE49-F238E27FC236}">
                <a16:creationId xmlns:a16="http://schemas.microsoft.com/office/drawing/2014/main" id="{EB7F996D-92A1-BF73-051D-431613AC0F35}"/>
              </a:ext>
            </a:extLst>
          </p:cNvPr>
          <p:cNvPicPr>
            <a:picLocks noChangeAspect="1"/>
          </p:cNvPicPr>
          <p:nvPr/>
        </p:nvPicPr>
        <p:blipFill>
          <a:blip r:embed="rId51" cstate="screen">
            <a:extLst>
              <a:ext uri="{28A0092B-C50C-407E-A947-70E740481C1C}">
                <a14:useLocalDpi xmlns:a14="http://schemas.microsoft.com/office/drawing/2010/main"/>
              </a:ext>
            </a:extLst>
          </a:blip>
          <a:srcRect/>
          <a:stretch/>
        </p:blipFill>
        <p:spPr>
          <a:xfrm>
            <a:off x="1303363" y="5772331"/>
            <a:ext cx="345146" cy="484151"/>
          </a:xfrm>
          <a:prstGeom prst="rect">
            <a:avLst/>
          </a:prstGeom>
        </p:spPr>
      </p:pic>
      <p:pic>
        <p:nvPicPr>
          <p:cNvPr id="54" name="Imagen 53">
            <a:extLst>
              <a:ext uri="{FF2B5EF4-FFF2-40B4-BE49-F238E27FC236}">
                <a16:creationId xmlns:a16="http://schemas.microsoft.com/office/drawing/2014/main" id="{8B689C98-AB58-3FCA-AA18-74C307FC7BA1}"/>
              </a:ext>
            </a:extLst>
          </p:cNvPr>
          <p:cNvPicPr>
            <a:picLocks noChangeAspect="1"/>
          </p:cNvPicPr>
          <p:nvPr/>
        </p:nvPicPr>
        <p:blipFill>
          <a:blip r:embed="rId52" cstate="screen">
            <a:extLst>
              <a:ext uri="{28A0092B-C50C-407E-A947-70E740481C1C}">
                <a14:useLocalDpi xmlns:a14="http://schemas.microsoft.com/office/drawing/2010/main"/>
              </a:ext>
            </a:extLst>
          </a:blip>
          <a:srcRect/>
          <a:stretch/>
        </p:blipFill>
        <p:spPr>
          <a:xfrm>
            <a:off x="7159077" y="2339360"/>
            <a:ext cx="484150" cy="345146"/>
          </a:xfrm>
          <a:prstGeom prst="rect">
            <a:avLst/>
          </a:prstGeom>
          <a:solidFill>
            <a:srgbClr val="2C4293"/>
          </a:solidFill>
        </p:spPr>
      </p:pic>
      <p:pic>
        <p:nvPicPr>
          <p:cNvPr id="55" name="Imagen 54">
            <a:extLst>
              <a:ext uri="{FF2B5EF4-FFF2-40B4-BE49-F238E27FC236}">
                <a16:creationId xmlns:a16="http://schemas.microsoft.com/office/drawing/2014/main" id="{CA73EF23-F584-788C-5D6E-F063E03DEE6C}"/>
              </a:ext>
            </a:extLst>
          </p:cNvPr>
          <p:cNvPicPr>
            <a:picLocks noChangeAspect="1"/>
          </p:cNvPicPr>
          <p:nvPr/>
        </p:nvPicPr>
        <p:blipFill>
          <a:blip r:embed="rId53" cstate="screen">
            <a:extLst>
              <a:ext uri="{28A0092B-C50C-407E-A947-70E740481C1C}">
                <a14:useLocalDpi xmlns:a14="http://schemas.microsoft.com/office/drawing/2010/main"/>
              </a:ext>
            </a:extLst>
          </a:blip>
          <a:srcRect/>
          <a:stretch/>
        </p:blipFill>
        <p:spPr>
          <a:xfrm>
            <a:off x="8295142" y="2269858"/>
            <a:ext cx="484151" cy="484151"/>
          </a:xfrm>
          <a:prstGeom prst="rect">
            <a:avLst/>
          </a:prstGeom>
          <a:solidFill>
            <a:srgbClr val="2C4293"/>
          </a:solidFill>
        </p:spPr>
      </p:pic>
      <p:pic>
        <p:nvPicPr>
          <p:cNvPr id="56" name="Imagen 55">
            <a:extLst>
              <a:ext uri="{FF2B5EF4-FFF2-40B4-BE49-F238E27FC236}">
                <a16:creationId xmlns:a16="http://schemas.microsoft.com/office/drawing/2014/main" id="{B0EEE293-B30D-129A-5F05-502B6E9CC251}"/>
              </a:ext>
            </a:extLst>
          </p:cNvPr>
          <p:cNvPicPr>
            <a:picLocks noChangeAspect="1"/>
          </p:cNvPicPr>
          <p:nvPr/>
        </p:nvPicPr>
        <p:blipFill>
          <a:blip r:embed="rId54" cstate="screen">
            <a:extLst>
              <a:ext uri="{28A0092B-C50C-407E-A947-70E740481C1C}">
                <a14:useLocalDpi xmlns:a14="http://schemas.microsoft.com/office/drawing/2010/main"/>
              </a:ext>
            </a:extLst>
          </a:blip>
          <a:srcRect/>
          <a:stretch/>
        </p:blipFill>
        <p:spPr>
          <a:xfrm>
            <a:off x="7767696" y="2269858"/>
            <a:ext cx="345146" cy="484150"/>
          </a:xfrm>
          <a:prstGeom prst="rect">
            <a:avLst/>
          </a:prstGeom>
          <a:solidFill>
            <a:srgbClr val="2C4293"/>
          </a:solidFill>
        </p:spPr>
      </p:pic>
      <p:pic>
        <p:nvPicPr>
          <p:cNvPr id="57" name="Imagen 56">
            <a:extLst>
              <a:ext uri="{FF2B5EF4-FFF2-40B4-BE49-F238E27FC236}">
                <a16:creationId xmlns:a16="http://schemas.microsoft.com/office/drawing/2014/main" id="{CF512FC3-2123-D90D-8226-92CE40CFC852}"/>
              </a:ext>
            </a:extLst>
          </p:cNvPr>
          <p:cNvPicPr>
            <a:picLocks noChangeAspect="1"/>
          </p:cNvPicPr>
          <p:nvPr/>
        </p:nvPicPr>
        <p:blipFill>
          <a:blip r:embed="rId55" cstate="screen">
            <a:extLst>
              <a:ext uri="{28A0092B-C50C-407E-A947-70E740481C1C}">
                <a14:useLocalDpi xmlns:a14="http://schemas.microsoft.com/office/drawing/2010/main"/>
              </a:ext>
            </a:extLst>
          </a:blip>
          <a:srcRect/>
          <a:stretch/>
        </p:blipFill>
        <p:spPr>
          <a:xfrm>
            <a:off x="8908569" y="2269858"/>
            <a:ext cx="484151" cy="484151"/>
          </a:xfrm>
          <a:prstGeom prst="rect">
            <a:avLst/>
          </a:prstGeom>
          <a:solidFill>
            <a:srgbClr val="2C4293"/>
          </a:solidFill>
        </p:spPr>
      </p:pic>
      <p:pic>
        <p:nvPicPr>
          <p:cNvPr id="58" name="Imagen 57">
            <a:extLst>
              <a:ext uri="{FF2B5EF4-FFF2-40B4-BE49-F238E27FC236}">
                <a16:creationId xmlns:a16="http://schemas.microsoft.com/office/drawing/2014/main" id="{5071FB5C-CD03-9384-5609-8AED9EBA03F7}"/>
              </a:ext>
            </a:extLst>
          </p:cNvPr>
          <p:cNvPicPr>
            <a:picLocks noChangeAspect="1"/>
          </p:cNvPicPr>
          <p:nvPr/>
        </p:nvPicPr>
        <p:blipFill>
          <a:blip r:embed="rId56" cstate="screen">
            <a:extLst>
              <a:ext uri="{28A0092B-C50C-407E-A947-70E740481C1C}">
                <a14:useLocalDpi xmlns:a14="http://schemas.microsoft.com/office/drawing/2010/main"/>
              </a:ext>
            </a:extLst>
          </a:blip>
          <a:srcRect/>
          <a:stretch/>
        </p:blipFill>
        <p:spPr>
          <a:xfrm>
            <a:off x="10096692" y="2269858"/>
            <a:ext cx="484151" cy="484151"/>
          </a:xfrm>
          <a:prstGeom prst="rect">
            <a:avLst/>
          </a:prstGeom>
          <a:solidFill>
            <a:srgbClr val="2C4293"/>
          </a:solidFill>
        </p:spPr>
      </p:pic>
      <p:pic>
        <p:nvPicPr>
          <p:cNvPr id="59" name="Imagen 58">
            <a:extLst>
              <a:ext uri="{FF2B5EF4-FFF2-40B4-BE49-F238E27FC236}">
                <a16:creationId xmlns:a16="http://schemas.microsoft.com/office/drawing/2014/main" id="{F2DF71F8-9FD6-FD83-6E8D-FB8DE7166D3A}"/>
              </a:ext>
            </a:extLst>
          </p:cNvPr>
          <p:cNvPicPr>
            <a:picLocks noChangeAspect="1"/>
          </p:cNvPicPr>
          <p:nvPr/>
        </p:nvPicPr>
        <p:blipFill>
          <a:blip r:embed="rId57" cstate="screen">
            <a:extLst>
              <a:ext uri="{28A0092B-C50C-407E-A947-70E740481C1C}">
                <a14:useLocalDpi xmlns:a14="http://schemas.microsoft.com/office/drawing/2010/main"/>
              </a:ext>
            </a:extLst>
          </a:blip>
          <a:srcRect/>
          <a:stretch/>
        </p:blipFill>
        <p:spPr>
          <a:xfrm>
            <a:off x="10768481" y="2269858"/>
            <a:ext cx="484151" cy="484151"/>
          </a:xfrm>
          <a:prstGeom prst="rect">
            <a:avLst/>
          </a:prstGeom>
          <a:solidFill>
            <a:srgbClr val="2C4293"/>
          </a:solidFill>
        </p:spPr>
      </p:pic>
      <p:pic>
        <p:nvPicPr>
          <p:cNvPr id="60" name="Imagen 59">
            <a:extLst>
              <a:ext uri="{FF2B5EF4-FFF2-40B4-BE49-F238E27FC236}">
                <a16:creationId xmlns:a16="http://schemas.microsoft.com/office/drawing/2014/main" id="{06294D7E-3C30-D6BD-9F86-51052BBE2451}"/>
              </a:ext>
            </a:extLst>
          </p:cNvPr>
          <p:cNvPicPr>
            <a:picLocks noChangeAspect="1"/>
          </p:cNvPicPr>
          <p:nvPr/>
        </p:nvPicPr>
        <p:blipFill>
          <a:blip r:embed="rId58" cstate="screen">
            <a:extLst>
              <a:ext uri="{28A0092B-C50C-407E-A947-70E740481C1C}">
                <a14:useLocalDpi xmlns:a14="http://schemas.microsoft.com/office/drawing/2010/main"/>
              </a:ext>
            </a:extLst>
          </a:blip>
          <a:srcRect/>
          <a:stretch/>
        </p:blipFill>
        <p:spPr>
          <a:xfrm>
            <a:off x="9503247" y="2339360"/>
            <a:ext cx="484150" cy="345146"/>
          </a:xfrm>
          <a:prstGeom prst="rect">
            <a:avLst/>
          </a:prstGeom>
          <a:solidFill>
            <a:srgbClr val="2C4293"/>
          </a:solidFill>
        </p:spPr>
      </p:pic>
      <p:pic>
        <p:nvPicPr>
          <p:cNvPr id="61" name="Imagen 60">
            <a:extLst>
              <a:ext uri="{FF2B5EF4-FFF2-40B4-BE49-F238E27FC236}">
                <a16:creationId xmlns:a16="http://schemas.microsoft.com/office/drawing/2014/main" id="{1D4BE48E-0614-23C6-865D-9C6461EC4B75}"/>
              </a:ext>
            </a:extLst>
          </p:cNvPr>
          <p:cNvPicPr>
            <a:picLocks noChangeAspect="1"/>
          </p:cNvPicPr>
          <p:nvPr/>
        </p:nvPicPr>
        <p:blipFill>
          <a:blip r:embed="rId59" cstate="screen">
            <a:extLst>
              <a:ext uri="{28A0092B-C50C-407E-A947-70E740481C1C}">
                <a14:useLocalDpi xmlns:a14="http://schemas.microsoft.com/office/drawing/2010/main"/>
              </a:ext>
            </a:extLst>
          </a:blip>
          <a:srcRect/>
          <a:stretch/>
        </p:blipFill>
        <p:spPr>
          <a:xfrm>
            <a:off x="7698194" y="2916949"/>
            <a:ext cx="484151" cy="484151"/>
          </a:xfrm>
          <a:prstGeom prst="rect">
            <a:avLst/>
          </a:prstGeom>
          <a:solidFill>
            <a:srgbClr val="2C4293"/>
          </a:solidFill>
        </p:spPr>
      </p:pic>
      <p:pic>
        <p:nvPicPr>
          <p:cNvPr id="62" name="Imagen 61">
            <a:extLst>
              <a:ext uri="{FF2B5EF4-FFF2-40B4-BE49-F238E27FC236}">
                <a16:creationId xmlns:a16="http://schemas.microsoft.com/office/drawing/2014/main" id="{BE05FCFD-0527-C138-E370-C57B627333B7}"/>
              </a:ext>
            </a:extLst>
          </p:cNvPr>
          <p:cNvPicPr>
            <a:picLocks noChangeAspect="1"/>
          </p:cNvPicPr>
          <p:nvPr/>
        </p:nvPicPr>
        <p:blipFill>
          <a:blip r:embed="rId60" cstate="screen">
            <a:extLst>
              <a:ext uri="{28A0092B-C50C-407E-A947-70E740481C1C}">
                <a14:useLocalDpi xmlns:a14="http://schemas.microsoft.com/office/drawing/2010/main"/>
              </a:ext>
            </a:extLst>
          </a:blip>
          <a:srcRect/>
          <a:stretch/>
        </p:blipFill>
        <p:spPr>
          <a:xfrm>
            <a:off x="8295142" y="2916949"/>
            <a:ext cx="484151" cy="484151"/>
          </a:xfrm>
          <a:prstGeom prst="rect">
            <a:avLst/>
          </a:prstGeom>
          <a:solidFill>
            <a:srgbClr val="2C4293"/>
          </a:solidFill>
        </p:spPr>
      </p:pic>
      <p:pic>
        <p:nvPicPr>
          <p:cNvPr id="63" name="Imagen 62">
            <a:extLst>
              <a:ext uri="{FF2B5EF4-FFF2-40B4-BE49-F238E27FC236}">
                <a16:creationId xmlns:a16="http://schemas.microsoft.com/office/drawing/2014/main" id="{40A29AAB-60B1-B467-574B-8903D392EA13}"/>
              </a:ext>
            </a:extLst>
          </p:cNvPr>
          <p:cNvPicPr>
            <a:picLocks noChangeAspect="1"/>
          </p:cNvPicPr>
          <p:nvPr/>
        </p:nvPicPr>
        <p:blipFill>
          <a:blip r:embed="rId61" cstate="screen">
            <a:extLst>
              <a:ext uri="{28A0092B-C50C-407E-A947-70E740481C1C}">
                <a14:useLocalDpi xmlns:a14="http://schemas.microsoft.com/office/drawing/2010/main"/>
              </a:ext>
            </a:extLst>
          </a:blip>
          <a:srcRect/>
          <a:stretch/>
        </p:blipFill>
        <p:spPr>
          <a:xfrm>
            <a:off x="7159077" y="2986451"/>
            <a:ext cx="484150" cy="345146"/>
          </a:xfrm>
          <a:prstGeom prst="rect">
            <a:avLst/>
          </a:prstGeom>
          <a:solidFill>
            <a:srgbClr val="2C4293"/>
          </a:solidFill>
        </p:spPr>
      </p:pic>
      <p:pic>
        <p:nvPicPr>
          <p:cNvPr id="64" name="Imagen 63">
            <a:extLst>
              <a:ext uri="{FF2B5EF4-FFF2-40B4-BE49-F238E27FC236}">
                <a16:creationId xmlns:a16="http://schemas.microsoft.com/office/drawing/2014/main" id="{61C3D51E-0B53-FA15-B767-0D0C4D942FF8}"/>
              </a:ext>
            </a:extLst>
          </p:cNvPr>
          <p:cNvPicPr>
            <a:picLocks noChangeAspect="1"/>
          </p:cNvPicPr>
          <p:nvPr/>
        </p:nvPicPr>
        <p:blipFill>
          <a:blip r:embed="rId62" cstate="screen">
            <a:extLst>
              <a:ext uri="{28A0092B-C50C-407E-A947-70E740481C1C}">
                <a14:useLocalDpi xmlns:a14="http://schemas.microsoft.com/office/drawing/2010/main"/>
              </a:ext>
            </a:extLst>
          </a:blip>
          <a:srcRect/>
          <a:stretch/>
        </p:blipFill>
        <p:spPr>
          <a:xfrm>
            <a:off x="8908569" y="2916949"/>
            <a:ext cx="484151" cy="484151"/>
          </a:xfrm>
          <a:prstGeom prst="rect">
            <a:avLst/>
          </a:prstGeom>
          <a:solidFill>
            <a:srgbClr val="2C4293"/>
          </a:solidFill>
        </p:spPr>
      </p:pic>
      <p:pic>
        <p:nvPicPr>
          <p:cNvPr id="65" name="Imagen 64">
            <a:extLst>
              <a:ext uri="{FF2B5EF4-FFF2-40B4-BE49-F238E27FC236}">
                <a16:creationId xmlns:a16="http://schemas.microsoft.com/office/drawing/2014/main" id="{5172BE73-FD39-CFF1-4BEC-BBB497C4D837}"/>
              </a:ext>
            </a:extLst>
          </p:cNvPr>
          <p:cNvPicPr>
            <a:picLocks noChangeAspect="1"/>
          </p:cNvPicPr>
          <p:nvPr/>
        </p:nvPicPr>
        <p:blipFill>
          <a:blip r:embed="rId63" cstate="screen">
            <a:extLst>
              <a:ext uri="{28A0092B-C50C-407E-A947-70E740481C1C}">
                <a14:useLocalDpi xmlns:a14="http://schemas.microsoft.com/office/drawing/2010/main"/>
              </a:ext>
            </a:extLst>
          </a:blip>
          <a:srcRect/>
          <a:stretch/>
        </p:blipFill>
        <p:spPr>
          <a:xfrm>
            <a:off x="9572749" y="2916949"/>
            <a:ext cx="345146" cy="484150"/>
          </a:xfrm>
          <a:prstGeom prst="rect">
            <a:avLst/>
          </a:prstGeom>
          <a:solidFill>
            <a:srgbClr val="2C4293"/>
          </a:solidFill>
        </p:spPr>
      </p:pic>
      <p:pic>
        <p:nvPicPr>
          <p:cNvPr id="66" name="Imagen 65">
            <a:extLst>
              <a:ext uri="{FF2B5EF4-FFF2-40B4-BE49-F238E27FC236}">
                <a16:creationId xmlns:a16="http://schemas.microsoft.com/office/drawing/2014/main" id="{FF2A76EE-0F67-CDE1-D5F1-22344DE990DF}"/>
              </a:ext>
            </a:extLst>
          </p:cNvPr>
          <p:cNvPicPr>
            <a:picLocks noChangeAspect="1"/>
          </p:cNvPicPr>
          <p:nvPr/>
        </p:nvPicPr>
        <p:blipFill>
          <a:blip r:embed="rId64" cstate="screen">
            <a:extLst>
              <a:ext uri="{28A0092B-C50C-407E-A947-70E740481C1C}">
                <a14:useLocalDpi xmlns:a14="http://schemas.microsoft.com/office/drawing/2010/main"/>
              </a:ext>
            </a:extLst>
          </a:blip>
          <a:srcRect/>
          <a:stretch/>
        </p:blipFill>
        <p:spPr>
          <a:xfrm>
            <a:off x="10768481" y="2916949"/>
            <a:ext cx="484151" cy="484151"/>
          </a:xfrm>
          <a:prstGeom prst="rect">
            <a:avLst/>
          </a:prstGeom>
          <a:solidFill>
            <a:srgbClr val="2C4293"/>
          </a:solidFill>
        </p:spPr>
      </p:pic>
      <p:pic>
        <p:nvPicPr>
          <p:cNvPr id="67" name="Imagen 66">
            <a:extLst>
              <a:ext uri="{FF2B5EF4-FFF2-40B4-BE49-F238E27FC236}">
                <a16:creationId xmlns:a16="http://schemas.microsoft.com/office/drawing/2014/main" id="{ECB2A3F4-244F-5704-A5D1-54DCF441BBCE}"/>
              </a:ext>
            </a:extLst>
          </p:cNvPr>
          <p:cNvPicPr>
            <a:picLocks noChangeAspect="1"/>
          </p:cNvPicPr>
          <p:nvPr/>
        </p:nvPicPr>
        <p:blipFill>
          <a:blip r:embed="rId65" cstate="screen">
            <a:extLst>
              <a:ext uri="{28A0092B-C50C-407E-A947-70E740481C1C}">
                <a14:useLocalDpi xmlns:a14="http://schemas.microsoft.com/office/drawing/2010/main"/>
              </a:ext>
            </a:extLst>
          </a:blip>
          <a:srcRect/>
          <a:stretch/>
        </p:blipFill>
        <p:spPr>
          <a:xfrm>
            <a:off x="7228579" y="3583696"/>
            <a:ext cx="345146" cy="484150"/>
          </a:xfrm>
          <a:prstGeom prst="rect">
            <a:avLst/>
          </a:prstGeom>
          <a:solidFill>
            <a:srgbClr val="2C4293"/>
          </a:solidFill>
        </p:spPr>
      </p:pic>
      <p:pic>
        <p:nvPicPr>
          <p:cNvPr id="68" name="Imagen 67">
            <a:extLst>
              <a:ext uri="{FF2B5EF4-FFF2-40B4-BE49-F238E27FC236}">
                <a16:creationId xmlns:a16="http://schemas.microsoft.com/office/drawing/2014/main" id="{09380635-28C9-D1A1-DDBF-89593A50C924}"/>
              </a:ext>
            </a:extLst>
          </p:cNvPr>
          <p:cNvPicPr>
            <a:picLocks noChangeAspect="1"/>
          </p:cNvPicPr>
          <p:nvPr/>
        </p:nvPicPr>
        <p:blipFill>
          <a:blip r:embed="rId66" cstate="screen">
            <a:extLst>
              <a:ext uri="{28A0092B-C50C-407E-A947-70E740481C1C}">
                <a14:useLocalDpi xmlns:a14="http://schemas.microsoft.com/office/drawing/2010/main"/>
              </a:ext>
            </a:extLst>
          </a:blip>
          <a:srcRect/>
          <a:stretch/>
        </p:blipFill>
        <p:spPr>
          <a:xfrm>
            <a:off x="10096692" y="2986451"/>
            <a:ext cx="484150" cy="345146"/>
          </a:xfrm>
          <a:prstGeom prst="rect">
            <a:avLst/>
          </a:prstGeom>
          <a:solidFill>
            <a:srgbClr val="2C4293"/>
          </a:solidFill>
        </p:spPr>
      </p:pic>
      <p:pic>
        <p:nvPicPr>
          <p:cNvPr id="69" name="Imagen 68">
            <a:extLst>
              <a:ext uri="{FF2B5EF4-FFF2-40B4-BE49-F238E27FC236}">
                <a16:creationId xmlns:a16="http://schemas.microsoft.com/office/drawing/2014/main" id="{2B9A9CB5-44E4-76F8-B6BF-D2DFE7177BA2}"/>
              </a:ext>
            </a:extLst>
          </p:cNvPr>
          <p:cNvPicPr>
            <a:picLocks noChangeAspect="1"/>
          </p:cNvPicPr>
          <p:nvPr/>
        </p:nvPicPr>
        <p:blipFill>
          <a:blip r:embed="rId67" cstate="screen">
            <a:extLst>
              <a:ext uri="{28A0092B-C50C-407E-A947-70E740481C1C}">
                <a14:useLocalDpi xmlns:a14="http://schemas.microsoft.com/office/drawing/2010/main"/>
              </a:ext>
            </a:extLst>
          </a:blip>
          <a:srcRect/>
          <a:stretch/>
        </p:blipFill>
        <p:spPr>
          <a:xfrm>
            <a:off x="7698194" y="3583696"/>
            <a:ext cx="484151" cy="484151"/>
          </a:xfrm>
          <a:prstGeom prst="rect">
            <a:avLst/>
          </a:prstGeom>
          <a:solidFill>
            <a:srgbClr val="2C4293"/>
          </a:solidFill>
        </p:spPr>
      </p:pic>
      <p:pic>
        <p:nvPicPr>
          <p:cNvPr id="70" name="Imagen 69">
            <a:extLst>
              <a:ext uri="{FF2B5EF4-FFF2-40B4-BE49-F238E27FC236}">
                <a16:creationId xmlns:a16="http://schemas.microsoft.com/office/drawing/2014/main" id="{12671982-A2C8-3DEB-010D-DC136A731D5B}"/>
              </a:ext>
            </a:extLst>
          </p:cNvPr>
          <p:cNvPicPr>
            <a:picLocks noChangeAspect="1"/>
          </p:cNvPicPr>
          <p:nvPr/>
        </p:nvPicPr>
        <p:blipFill>
          <a:blip r:embed="rId68" cstate="screen">
            <a:extLst>
              <a:ext uri="{28A0092B-C50C-407E-A947-70E740481C1C}">
                <a14:useLocalDpi xmlns:a14="http://schemas.microsoft.com/office/drawing/2010/main"/>
              </a:ext>
            </a:extLst>
          </a:blip>
          <a:srcRect/>
          <a:stretch/>
        </p:blipFill>
        <p:spPr>
          <a:xfrm>
            <a:off x="8295142" y="3583696"/>
            <a:ext cx="484151" cy="484151"/>
          </a:xfrm>
          <a:prstGeom prst="rect">
            <a:avLst/>
          </a:prstGeom>
          <a:solidFill>
            <a:srgbClr val="2C4293"/>
          </a:solidFill>
        </p:spPr>
      </p:pic>
      <p:pic>
        <p:nvPicPr>
          <p:cNvPr id="71" name="Imagen 70">
            <a:extLst>
              <a:ext uri="{FF2B5EF4-FFF2-40B4-BE49-F238E27FC236}">
                <a16:creationId xmlns:a16="http://schemas.microsoft.com/office/drawing/2014/main" id="{2169A01B-4366-E7E3-5D2D-4AF740662822}"/>
              </a:ext>
            </a:extLst>
          </p:cNvPr>
          <p:cNvPicPr>
            <a:picLocks noChangeAspect="1"/>
          </p:cNvPicPr>
          <p:nvPr/>
        </p:nvPicPr>
        <p:blipFill>
          <a:blip r:embed="rId69" cstate="screen">
            <a:extLst>
              <a:ext uri="{28A0092B-C50C-407E-A947-70E740481C1C}">
                <a14:useLocalDpi xmlns:a14="http://schemas.microsoft.com/office/drawing/2010/main"/>
              </a:ext>
            </a:extLst>
          </a:blip>
          <a:srcRect/>
          <a:stretch/>
        </p:blipFill>
        <p:spPr>
          <a:xfrm>
            <a:off x="8908569" y="3583696"/>
            <a:ext cx="484151" cy="484151"/>
          </a:xfrm>
          <a:prstGeom prst="rect">
            <a:avLst/>
          </a:prstGeom>
          <a:solidFill>
            <a:srgbClr val="2C4293"/>
          </a:solidFill>
        </p:spPr>
      </p:pic>
      <p:pic>
        <p:nvPicPr>
          <p:cNvPr id="72" name="Imagen 71">
            <a:extLst>
              <a:ext uri="{FF2B5EF4-FFF2-40B4-BE49-F238E27FC236}">
                <a16:creationId xmlns:a16="http://schemas.microsoft.com/office/drawing/2014/main" id="{64C14C60-957F-793B-F0BC-743AC4DE0427}"/>
              </a:ext>
            </a:extLst>
          </p:cNvPr>
          <p:cNvPicPr>
            <a:picLocks noChangeAspect="1"/>
          </p:cNvPicPr>
          <p:nvPr/>
        </p:nvPicPr>
        <p:blipFill>
          <a:blip r:embed="rId70" cstate="screen">
            <a:extLst>
              <a:ext uri="{28A0092B-C50C-407E-A947-70E740481C1C}">
                <a14:useLocalDpi xmlns:a14="http://schemas.microsoft.com/office/drawing/2010/main"/>
              </a:ext>
            </a:extLst>
          </a:blip>
          <a:srcRect/>
          <a:stretch/>
        </p:blipFill>
        <p:spPr>
          <a:xfrm>
            <a:off x="9503247" y="3583696"/>
            <a:ext cx="484151" cy="484151"/>
          </a:xfrm>
          <a:prstGeom prst="rect">
            <a:avLst/>
          </a:prstGeom>
          <a:solidFill>
            <a:srgbClr val="2C4293"/>
          </a:solidFill>
        </p:spPr>
      </p:pic>
      <p:pic>
        <p:nvPicPr>
          <p:cNvPr id="73" name="Imagen 72">
            <a:extLst>
              <a:ext uri="{FF2B5EF4-FFF2-40B4-BE49-F238E27FC236}">
                <a16:creationId xmlns:a16="http://schemas.microsoft.com/office/drawing/2014/main" id="{0A614AD6-6CA3-5700-661C-CB4D3B3CF30D}"/>
              </a:ext>
            </a:extLst>
          </p:cNvPr>
          <p:cNvPicPr>
            <a:picLocks noChangeAspect="1"/>
          </p:cNvPicPr>
          <p:nvPr/>
        </p:nvPicPr>
        <p:blipFill>
          <a:blip r:embed="rId71" cstate="screen">
            <a:extLst>
              <a:ext uri="{28A0092B-C50C-407E-A947-70E740481C1C}">
                <a14:useLocalDpi xmlns:a14="http://schemas.microsoft.com/office/drawing/2010/main"/>
              </a:ext>
            </a:extLst>
          </a:blip>
          <a:srcRect/>
          <a:stretch/>
        </p:blipFill>
        <p:spPr>
          <a:xfrm>
            <a:off x="10166194" y="3583696"/>
            <a:ext cx="345146" cy="484150"/>
          </a:xfrm>
          <a:prstGeom prst="rect">
            <a:avLst/>
          </a:prstGeom>
          <a:solidFill>
            <a:srgbClr val="2C4293"/>
          </a:solidFill>
        </p:spPr>
      </p:pic>
      <p:pic>
        <p:nvPicPr>
          <p:cNvPr id="74" name="Imagen 73">
            <a:extLst>
              <a:ext uri="{FF2B5EF4-FFF2-40B4-BE49-F238E27FC236}">
                <a16:creationId xmlns:a16="http://schemas.microsoft.com/office/drawing/2014/main" id="{E2F567B1-8DDA-D92F-AC62-3A5A9282B0D4}"/>
              </a:ext>
            </a:extLst>
          </p:cNvPr>
          <p:cNvPicPr>
            <a:picLocks noChangeAspect="1"/>
          </p:cNvPicPr>
          <p:nvPr/>
        </p:nvPicPr>
        <p:blipFill>
          <a:blip r:embed="rId72" cstate="screen">
            <a:extLst>
              <a:ext uri="{28A0092B-C50C-407E-A947-70E740481C1C}">
                <a14:useLocalDpi xmlns:a14="http://schemas.microsoft.com/office/drawing/2010/main"/>
              </a:ext>
            </a:extLst>
          </a:blip>
          <a:srcRect/>
          <a:stretch/>
        </p:blipFill>
        <p:spPr>
          <a:xfrm>
            <a:off x="7159077" y="4258382"/>
            <a:ext cx="484151" cy="484151"/>
          </a:xfrm>
          <a:prstGeom prst="rect">
            <a:avLst/>
          </a:prstGeom>
          <a:solidFill>
            <a:srgbClr val="2C4293"/>
          </a:solidFill>
        </p:spPr>
      </p:pic>
      <p:pic>
        <p:nvPicPr>
          <p:cNvPr id="75" name="Imagen 74">
            <a:extLst>
              <a:ext uri="{FF2B5EF4-FFF2-40B4-BE49-F238E27FC236}">
                <a16:creationId xmlns:a16="http://schemas.microsoft.com/office/drawing/2014/main" id="{3BB51E2E-8B7B-78EE-F2AE-33A990558798}"/>
              </a:ext>
            </a:extLst>
          </p:cNvPr>
          <p:cNvPicPr>
            <a:picLocks noChangeAspect="1"/>
          </p:cNvPicPr>
          <p:nvPr/>
        </p:nvPicPr>
        <p:blipFill>
          <a:blip r:embed="rId73" cstate="screen">
            <a:extLst>
              <a:ext uri="{28A0092B-C50C-407E-A947-70E740481C1C}">
                <a14:useLocalDpi xmlns:a14="http://schemas.microsoft.com/office/drawing/2010/main"/>
              </a:ext>
            </a:extLst>
          </a:blip>
          <a:srcRect/>
          <a:stretch/>
        </p:blipFill>
        <p:spPr>
          <a:xfrm>
            <a:off x="10768481" y="3653198"/>
            <a:ext cx="484150" cy="345146"/>
          </a:xfrm>
          <a:prstGeom prst="rect">
            <a:avLst/>
          </a:prstGeom>
          <a:solidFill>
            <a:srgbClr val="2C4293"/>
          </a:solidFill>
        </p:spPr>
      </p:pic>
      <p:pic>
        <p:nvPicPr>
          <p:cNvPr id="76" name="Imagen 75">
            <a:extLst>
              <a:ext uri="{FF2B5EF4-FFF2-40B4-BE49-F238E27FC236}">
                <a16:creationId xmlns:a16="http://schemas.microsoft.com/office/drawing/2014/main" id="{77F74021-727E-75D0-F9C4-B7D68BCDE26B}"/>
              </a:ext>
            </a:extLst>
          </p:cNvPr>
          <p:cNvPicPr>
            <a:picLocks noChangeAspect="1"/>
          </p:cNvPicPr>
          <p:nvPr/>
        </p:nvPicPr>
        <p:blipFill>
          <a:blip r:embed="rId74" cstate="screen">
            <a:extLst>
              <a:ext uri="{28A0092B-C50C-407E-A947-70E740481C1C}">
                <a14:useLocalDpi xmlns:a14="http://schemas.microsoft.com/office/drawing/2010/main"/>
              </a:ext>
            </a:extLst>
          </a:blip>
          <a:srcRect/>
          <a:stretch/>
        </p:blipFill>
        <p:spPr>
          <a:xfrm>
            <a:off x="8908569" y="4258382"/>
            <a:ext cx="484151" cy="484151"/>
          </a:xfrm>
          <a:prstGeom prst="rect">
            <a:avLst/>
          </a:prstGeom>
          <a:solidFill>
            <a:srgbClr val="2C4293"/>
          </a:solidFill>
        </p:spPr>
      </p:pic>
      <p:pic>
        <p:nvPicPr>
          <p:cNvPr id="77" name="Imagen 76">
            <a:extLst>
              <a:ext uri="{FF2B5EF4-FFF2-40B4-BE49-F238E27FC236}">
                <a16:creationId xmlns:a16="http://schemas.microsoft.com/office/drawing/2014/main" id="{6DE1C99E-1AC5-1A9A-1DF3-ACBDFF3685DE}"/>
              </a:ext>
            </a:extLst>
          </p:cNvPr>
          <p:cNvPicPr>
            <a:picLocks noChangeAspect="1"/>
          </p:cNvPicPr>
          <p:nvPr/>
        </p:nvPicPr>
        <p:blipFill>
          <a:blip r:embed="rId75" cstate="screen">
            <a:extLst>
              <a:ext uri="{28A0092B-C50C-407E-A947-70E740481C1C}">
                <a14:useLocalDpi xmlns:a14="http://schemas.microsoft.com/office/drawing/2010/main"/>
              </a:ext>
            </a:extLst>
          </a:blip>
          <a:srcRect/>
          <a:stretch/>
        </p:blipFill>
        <p:spPr>
          <a:xfrm>
            <a:off x="8295142" y="4258382"/>
            <a:ext cx="484151" cy="484151"/>
          </a:xfrm>
          <a:prstGeom prst="rect">
            <a:avLst/>
          </a:prstGeom>
          <a:solidFill>
            <a:srgbClr val="2C4293"/>
          </a:solidFill>
        </p:spPr>
      </p:pic>
      <p:pic>
        <p:nvPicPr>
          <p:cNvPr id="78" name="Imagen 77">
            <a:extLst>
              <a:ext uri="{FF2B5EF4-FFF2-40B4-BE49-F238E27FC236}">
                <a16:creationId xmlns:a16="http://schemas.microsoft.com/office/drawing/2014/main" id="{1350082D-4CEC-33F1-03B2-E52D47F92B54}"/>
              </a:ext>
            </a:extLst>
          </p:cNvPr>
          <p:cNvPicPr>
            <a:picLocks noChangeAspect="1"/>
          </p:cNvPicPr>
          <p:nvPr/>
        </p:nvPicPr>
        <p:blipFill>
          <a:blip r:embed="rId76" cstate="screen">
            <a:extLst>
              <a:ext uri="{28A0092B-C50C-407E-A947-70E740481C1C}">
                <a14:useLocalDpi xmlns:a14="http://schemas.microsoft.com/office/drawing/2010/main"/>
              </a:ext>
            </a:extLst>
          </a:blip>
          <a:srcRect/>
          <a:stretch/>
        </p:blipFill>
        <p:spPr>
          <a:xfrm>
            <a:off x="7767696" y="4258382"/>
            <a:ext cx="345146" cy="484150"/>
          </a:xfrm>
          <a:prstGeom prst="rect">
            <a:avLst/>
          </a:prstGeom>
          <a:solidFill>
            <a:srgbClr val="2C4293"/>
          </a:solidFill>
        </p:spPr>
      </p:pic>
    </p:spTree>
    <p:extLst>
      <p:ext uri="{BB962C8B-B14F-4D97-AF65-F5344CB8AC3E}">
        <p14:creationId xmlns:p14="http://schemas.microsoft.com/office/powerpoint/2010/main" val="1643135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754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ueva marca">
      <a:majorFont>
        <a:latin typeface="Impac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TotalTime>
  <Words>702</Words>
  <Application>Microsoft Office PowerPoint</Application>
  <PresentationFormat>Panorámica</PresentationFormat>
  <Paragraphs>102</Paragraphs>
  <Slides>18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Impact</vt:lpstr>
      <vt:lpstr>Tema de Office</vt:lpstr>
      <vt:lpstr>Presentación de PowerPoint</vt:lpstr>
      <vt:lpstr>Presentación de PowerPoint</vt:lpstr>
      <vt:lpstr>Presentación de PowerPoint</vt:lpstr>
      <vt:lpstr>Instrucciones para cambiar la foto del contenedor en las presentaciones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Mavy Catherine Gutierrez Cedeno</dc:creator>
  <cp:lastModifiedBy>Graciela Victoria Franco Martinez</cp:lastModifiedBy>
  <cp:revision>3</cp:revision>
  <dcterms:created xsi:type="dcterms:W3CDTF">2023-09-28T21:13:09Z</dcterms:created>
  <dcterms:modified xsi:type="dcterms:W3CDTF">2024-07-22T12:34:54Z</dcterms:modified>
</cp:coreProperties>
</file>